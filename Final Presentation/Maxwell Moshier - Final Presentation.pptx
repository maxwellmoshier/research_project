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  <p:sldMasterId id="2147483679" r:id="rId2"/>
  </p:sldMasterIdLst>
  <p:notesMasterIdLst>
    <p:notesMasterId r:id="rId20"/>
  </p:notesMasterIdLst>
  <p:handoutMasterIdLst>
    <p:handoutMasterId r:id="rId21"/>
  </p:handoutMasterIdLst>
  <p:sldIdLst>
    <p:sldId id="407" r:id="rId3"/>
    <p:sldId id="416" r:id="rId4"/>
    <p:sldId id="421" r:id="rId5"/>
    <p:sldId id="408" r:id="rId6"/>
    <p:sldId id="420" r:id="rId7"/>
    <p:sldId id="410" r:id="rId8"/>
    <p:sldId id="422" r:id="rId9"/>
    <p:sldId id="417" r:id="rId10"/>
    <p:sldId id="423" r:id="rId11"/>
    <p:sldId id="412" r:id="rId12"/>
    <p:sldId id="413" r:id="rId13"/>
    <p:sldId id="411" r:id="rId14"/>
    <p:sldId id="418" r:id="rId15"/>
    <p:sldId id="419" r:id="rId16"/>
    <p:sldId id="424" r:id="rId17"/>
    <p:sldId id="414" r:id="rId18"/>
    <p:sldId id="415" r:id="rId19"/>
  </p:sldIdLst>
  <p:sldSz cx="12192000" cy="6858000"/>
  <p:notesSz cx="9601200" cy="7315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4E9F3A5-438F-4034-83A2-D402873BAD10}" v="25" dt="2026-05-04T08:04:33.5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2636" autoAdjust="0"/>
  </p:normalViewPr>
  <p:slideViewPr>
    <p:cSldViewPr snapToGrid="0">
      <p:cViewPr varScale="1">
        <p:scale>
          <a:sx n="68" d="100"/>
          <a:sy n="68" d="100"/>
        </p:scale>
        <p:origin x="1302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microsoft.com/office/2016/11/relationships/changesInfo" Target="changesInfos/changesInfo1.xml"/><Relationship Id="rId3" Type="http://schemas.openxmlformats.org/officeDocument/2006/relationships/slide" Target="slides/slide1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xwell Moshier" userId="7cbcdea5-3cbc-495b-b549-10c9890152ee" providerId="ADAL" clId="{3320FC5F-8501-4BA1-9651-8D092855123C}"/>
    <pc:docChg chg="undo custSel addSld delSld modSld sldOrd">
      <pc:chgData name="Maxwell Moshier" userId="7cbcdea5-3cbc-495b-b549-10c9890152ee" providerId="ADAL" clId="{3320FC5F-8501-4BA1-9651-8D092855123C}" dt="2026-05-04T16:32:16.774" v="9558" actId="20577"/>
      <pc:docMkLst>
        <pc:docMk/>
      </pc:docMkLst>
      <pc:sldChg chg="modSp mod ord modNotesTx">
        <pc:chgData name="Maxwell Moshier" userId="7cbcdea5-3cbc-495b-b549-10c9890152ee" providerId="ADAL" clId="{3320FC5F-8501-4BA1-9651-8D092855123C}" dt="2026-05-04T14:57:12.348" v="9555"/>
        <pc:sldMkLst>
          <pc:docMk/>
          <pc:sldMk cId="2475395117" sldId="407"/>
        </pc:sldMkLst>
        <pc:spChg chg="mod">
          <ac:chgData name="Maxwell Moshier" userId="7cbcdea5-3cbc-495b-b549-10c9890152ee" providerId="ADAL" clId="{3320FC5F-8501-4BA1-9651-8D092855123C}" dt="2026-04-29T18:11:23.012" v="5982" actId="20577"/>
          <ac:spMkLst>
            <pc:docMk/>
            <pc:sldMk cId="2475395117" sldId="407"/>
            <ac:spMk id="3" creationId="{00000000-0000-0000-0000-000000000000}"/>
          </ac:spMkLst>
        </pc:spChg>
      </pc:sldChg>
      <pc:sldChg chg="addSp modSp new mod ord">
        <pc:chgData name="Maxwell Moshier" userId="7cbcdea5-3cbc-495b-b549-10c9890152ee" providerId="ADAL" clId="{3320FC5F-8501-4BA1-9651-8D092855123C}" dt="2026-05-04T05:24:51.731" v="7336" actId="207"/>
        <pc:sldMkLst>
          <pc:docMk/>
          <pc:sldMk cId="1846982295" sldId="408"/>
        </pc:sldMkLst>
        <pc:spChg chg="add mod">
          <ac:chgData name="Maxwell Moshier" userId="7cbcdea5-3cbc-495b-b549-10c9890152ee" providerId="ADAL" clId="{3320FC5F-8501-4BA1-9651-8D092855123C}" dt="2026-04-05T01:00:09.701" v="3751" actId="6549"/>
          <ac:spMkLst>
            <pc:docMk/>
            <pc:sldMk cId="1846982295" sldId="408"/>
            <ac:spMk id="2" creationId="{16EC9A23-91C5-BC56-3C20-F2CF8A9EC1A6}"/>
          </ac:spMkLst>
        </pc:spChg>
        <pc:spChg chg="add mod">
          <ac:chgData name="Maxwell Moshier" userId="7cbcdea5-3cbc-495b-b549-10c9890152ee" providerId="ADAL" clId="{3320FC5F-8501-4BA1-9651-8D092855123C}" dt="2026-05-04T05:24:51.731" v="7336" actId="207"/>
          <ac:spMkLst>
            <pc:docMk/>
            <pc:sldMk cId="1846982295" sldId="408"/>
            <ac:spMk id="3" creationId="{5DFE1D36-64D7-6FE6-CDDB-73BBC8F684AE}"/>
          </ac:spMkLst>
        </pc:spChg>
      </pc:sldChg>
      <pc:sldChg chg="addSp delSp modSp new mod ord modNotesTx">
        <pc:chgData name="Maxwell Moshier" userId="7cbcdea5-3cbc-495b-b549-10c9890152ee" providerId="ADAL" clId="{3320FC5F-8501-4BA1-9651-8D092855123C}" dt="2026-05-04T05:39:29.638" v="7530" actId="1076"/>
        <pc:sldMkLst>
          <pc:docMk/>
          <pc:sldMk cId="1129339504" sldId="410"/>
        </pc:sldMkLst>
        <pc:spChg chg="del mod">
          <ac:chgData name="Maxwell Moshier" userId="7cbcdea5-3cbc-495b-b549-10c9890152ee" providerId="ADAL" clId="{3320FC5F-8501-4BA1-9651-8D092855123C}" dt="2026-05-04T05:28:01.590" v="7338" actId="478"/>
          <ac:spMkLst>
            <pc:docMk/>
            <pc:sldMk cId="1129339504" sldId="410"/>
            <ac:spMk id="2" creationId="{5C73B702-2784-5AC3-80E6-5F5E9C0A1DE9}"/>
          </ac:spMkLst>
        </pc:spChg>
        <pc:spChg chg="mod">
          <ac:chgData name="Maxwell Moshier" userId="7cbcdea5-3cbc-495b-b549-10c9890152ee" providerId="ADAL" clId="{3320FC5F-8501-4BA1-9651-8D092855123C}" dt="2026-05-04T05:25:00.246" v="7337" actId="1076"/>
          <ac:spMkLst>
            <pc:docMk/>
            <pc:sldMk cId="1129339504" sldId="410"/>
            <ac:spMk id="3" creationId="{8B1CD87D-823C-BE4A-9F97-271DA797CEEC}"/>
          </ac:spMkLst>
        </pc:spChg>
        <pc:spChg chg="add mod">
          <ac:chgData name="Maxwell Moshier" userId="7cbcdea5-3cbc-495b-b549-10c9890152ee" providerId="ADAL" clId="{3320FC5F-8501-4BA1-9651-8D092855123C}" dt="2026-05-04T05:39:17.323" v="7527" actId="1076"/>
          <ac:spMkLst>
            <pc:docMk/>
            <pc:sldMk cId="1129339504" sldId="410"/>
            <ac:spMk id="6" creationId="{CA0B60DA-90CF-EF45-5251-996511E4473A}"/>
          </ac:spMkLst>
        </pc:spChg>
        <pc:spChg chg="add del mod">
          <ac:chgData name="Maxwell Moshier" userId="7cbcdea5-3cbc-495b-b549-10c9890152ee" providerId="ADAL" clId="{3320FC5F-8501-4BA1-9651-8D092855123C}" dt="2026-05-04T05:28:05.653" v="7339" actId="478"/>
          <ac:spMkLst>
            <pc:docMk/>
            <pc:sldMk cId="1129339504" sldId="410"/>
            <ac:spMk id="7" creationId="{8453F135-AD9E-E3E8-A1B3-551DDA4EBD22}"/>
          </ac:spMkLst>
        </pc:spChg>
        <pc:spChg chg="add mod">
          <ac:chgData name="Maxwell Moshier" userId="7cbcdea5-3cbc-495b-b549-10c9890152ee" providerId="ADAL" clId="{3320FC5F-8501-4BA1-9651-8D092855123C}" dt="2026-05-04T05:39:25.715" v="7529" actId="1076"/>
          <ac:spMkLst>
            <pc:docMk/>
            <pc:sldMk cId="1129339504" sldId="410"/>
            <ac:spMk id="12" creationId="{E5E9EAD2-7323-0E1A-0FB0-E5B8F99BE8E1}"/>
          </ac:spMkLst>
        </pc:spChg>
        <pc:spChg chg="add mod">
          <ac:chgData name="Maxwell Moshier" userId="7cbcdea5-3cbc-495b-b549-10c9890152ee" providerId="ADAL" clId="{3320FC5F-8501-4BA1-9651-8D092855123C}" dt="2026-05-04T05:39:29.638" v="7530" actId="1076"/>
          <ac:spMkLst>
            <pc:docMk/>
            <pc:sldMk cId="1129339504" sldId="410"/>
            <ac:spMk id="16" creationId="{AC815AF6-5D69-A731-E364-5921FD86A5D7}"/>
          </ac:spMkLst>
        </pc:spChg>
        <pc:picChg chg="add del mod">
          <ac:chgData name="Maxwell Moshier" userId="7cbcdea5-3cbc-495b-b549-10c9890152ee" providerId="ADAL" clId="{3320FC5F-8501-4BA1-9651-8D092855123C}" dt="2026-05-04T05:28:07.850" v="7340" actId="478"/>
          <ac:picMkLst>
            <pc:docMk/>
            <pc:sldMk cId="1129339504" sldId="410"/>
            <ac:picMk id="5" creationId="{CFD4C1D7-41DB-0D78-4C16-E3E57F1A1A91}"/>
          </ac:picMkLst>
        </pc:picChg>
        <pc:picChg chg="add mod modCrop">
          <ac:chgData name="Maxwell Moshier" userId="7cbcdea5-3cbc-495b-b549-10c9890152ee" providerId="ADAL" clId="{3320FC5F-8501-4BA1-9651-8D092855123C}" dt="2026-05-04T05:39:14.290" v="7526" actId="1076"/>
          <ac:picMkLst>
            <pc:docMk/>
            <pc:sldMk cId="1129339504" sldId="410"/>
            <ac:picMk id="9" creationId="{B535130F-E9CF-BA75-375D-2E5E5EF169C3}"/>
          </ac:picMkLst>
        </pc:picChg>
        <pc:picChg chg="add mod">
          <ac:chgData name="Maxwell Moshier" userId="7cbcdea5-3cbc-495b-b549-10c9890152ee" providerId="ADAL" clId="{3320FC5F-8501-4BA1-9651-8D092855123C}" dt="2026-05-04T05:39:21.463" v="7528" actId="1076"/>
          <ac:picMkLst>
            <pc:docMk/>
            <pc:sldMk cId="1129339504" sldId="410"/>
            <ac:picMk id="11" creationId="{46A9A084-0457-6F7D-9ADB-81345E1F53C8}"/>
          </ac:picMkLst>
        </pc:picChg>
        <pc:cxnChg chg="add del mod">
          <ac:chgData name="Maxwell Moshier" userId="7cbcdea5-3cbc-495b-b549-10c9890152ee" providerId="ADAL" clId="{3320FC5F-8501-4BA1-9651-8D092855123C}" dt="2026-05-04T05:38:29.609" v="7518" actId="478"/>
          <ac:cxnSpMkLst>
            <pc:docMk/>
            <pc:sldMk cId="1129339504" sldId="410"/>
            <ac:cxnSpMk id="14" creationId="{46DED5B8-66DC-6674-C17F-A0083A25F4E5}"/>
          </ac:cxnSpMkLst>
        </pc:cxnChg>
      </pc:sldChg>
      <pc:sldChg chg="addSp delSp modSp new mod ord modNotesTx">
        <pc:chgData name="Maxwell Moshier" userId="7cbcdea5-3cbc-495b-b549-10c9890152ee" providerId="ADAL" clId="{3320FC5F-8501-4BA1-9651-8D092855123C}" dt="2026-05-04T16:32:16.774" v="9558" actId="20577"/>
        <pc:sldMkLst>
          <pc:docMk/>
          <pc:sldMk cId="377584044" sldId="411"/>
        </pc:sldMkLst>
        <pc:spChg chg="add mod">
          <ac:chgData name="Maxwell Moshier" userId="7cbcdea5-3cbc-495b-b549-10c9890152ee" providerId="ADAL" clId="{3320FC5F-8501-4BA1-9651-8D092855123C}" dt="2026-05-04T07:33:23.188" v="8481" actId="20577"/>
          <ac:spMkLst>
            <pc:docMk/>
            <pc:sldMk cId="377584044" sldId="411"/>
            <ac:spMk id="5" creationId="{45EF4DDF-E123-4509-5EE4-CB80CB115F04}"/>
          </ac:spMkLst>
        </pc:spChg>
        <pc:spChg chg="add mod">
          <ac:chgData name="Maxwell Moshier" userId="7cbcdea5-3cbc-495b-b549-10c9890152ee" providerId="ADAL" clId="{3320FC5F-8501-4BA1-9651-8D092855123C}" dt="2026-05-04T07:34:19.570" v="8542" actId="20577"/>
          <ac:spMkLst>
            <pc:docMk/>
            <pc:sldMk cId="377584044" sldId="411"/>
            <ac:spMk id="6" creationId="{A709F76F-B47C-ADFF-2378-9AD974CEBF96}"/>
          </ac:spMkLst>
        </pc:spChg>
        <pc:picChg chg="add mod">
          <ac:chgData name="Maxwell Moshier" userId="7cbcdea5-3cbc-495b-b549-10c9890152ee" providerId="ADAL" clId="{3320FC5F-8501-4BA1-9651-8D092855123C}" dt="2026-05-04T07:33:32.283" v="8483" actId="14100"/>
          <ac:picMkLst>
            <pc:docMk/>
            <pc:sldMk cId="377584044" sldId="411"/>
            <ac:picMk id="3" creationId="{CBC6223A-1464-ACA6-3E03-854FE9517A0D}"/>
          </ac:picMkLst>
        </pc:picChg>
        <pc:picChg chg="add del mod">
          <ac:chgData name="Maxwell Moshier" userId="7cbcdea5-3cbc-495b-b549-10c9890152ee" providerId="ADAL" clId="{3320FC5F-8501-4BA1-9651-8D092855123C}" dt="2026-05-04T07:30:49.572" v="8449" actId="478"/>
          <ac:picMkLst>
            <pc:docMk/>
            <pc:sldMk cId="377584044" sldId="411"/>
            <ac:picMk id="4" creationId="{A0892C7C-263D-8CBF-23CD-96CB7F5E3B15}"/>
          </ac:picMkLst>
        </pc:picChg>
      </pc:sldChg>
      <pc:sldChg chg="addSp modSp new mod modNotesTx">
        <pc:chgData name="Maxwell Moshier" userId="7cbcdea5-3cbc-495b-b549-10c9890152ee" providerId="ADAL" clId="{3320FC5F-8501-4BA1-9651-8D092855123C}" dt="2026-05-04T16:32:06.461" v="9556" actId="20577"/>
        <pc:sldMkLst>
          <pc:docMk/>
          <pc:sldMk cId="686026001" sldId="412"/>
        </pc:sldMkLst>
        <pc:spChg chg="mod">
          <ac:chgData name="Maxwell Moshier" userId="7cbcdea5-3cbc-495b-b549-10c9890152ee" providerId="ADAL" clId="{3320FC5F-8501-4BA1-9651-8D092855123C}" dt="2026-05-04T07:18:22.987" v="8239" actId="14100"/>
          <ac:spMkLst>
            <pc:docMk/>
            <pc:sldMk cId="686026001" sldId="412"/>
            <ac:spMk id="2" creationId="{87BD350E-84A7-1E1A-7632-232F0798BBDE}"/>
          </ac:spMkLst>
        </pc:spChg>
        <pc:spChg chg="mod">
          <ac:chgData name="Maxwell Moshier" userId="7cbcdea5-3cbc-495b-b549-10c9890152ee" providerId="ADAL" clId="{3320FC5F-8501-4BA1-9651-8D092855123C}" dt="2026-05-04T07:12:24.155" v="8005" actId="1076"/>
          <ac:spMkLst>
            <pc:docMk/>
            <pc:sldMk cId="686026001" sldId="412"/>
            <ac:spMk id="3" creationId="{4C5AB057-B000-D06B-953C-73D3FA0D6915}"/>
          </ac:spMkLst>
        </pc:spChg>
        <pc:spChg chg="add mod">
          <ac:chgData name="Maxwell Moshier" userId="7cbcdea5-3cbc-495b-b549-10c9890152ee" providerId="ADAL" clId="{3320FC5F-8501-4BA1-9651-8D092855123C}" dt="2026-05-04T14:55:44.117" v="9484" actId="313"/>
          <ac:spMkLst>
            <pc:docMk/>
            <pc:sldMk cId="686026001" sldId="412"/>
            <ac:spMk id="7" creationId="{94E4FC51-869D-00D5-52BB-8E8C5A27E612}"/>
          </ac:spMkLst>
        </pc:spChg>
        <pc:spChg chg="add mod">
          <ac:chgData name="Maxwell Moshier" userId="7cbcdea5-3cbc-495b-b549-10c9890152ee" providerId="ADAL" clId="{3320FC5F-8501-4BA1-9651-8D092855123C}" dt="2026-05-04T07:17:36.520" v="8180" actId="20577"/>
          <ac:spMkLst>
            <pc:docMk/>
            <pc:sldMk cId="686026001" sldId="412"/>
            <ac:spMk id="10" creationId="{B44D203B-548C-D7FB-5487-5CD4333A817C}"/>
          </ac:spMkLst>
        </pc:spChg>
        <pc:spChg chg="add mod">
          <ac:chgData name="Maxwell Moshier" userId="7cbcdea5-3cbc-495b-b549-10c9890152ee" providerId="ADAL" clId="{3320FC5F-8501-4BA1-9651-8D092855123C}" dt="2026-05-04T14:55:47.219" v="9486" actId="20577"/>
          <ac:spMkLst>
            <pc:docMk/>
            <pc:sldMk cId="686026001" sldId="412"/>
            <ac:spMk id="11" creationId="{5EE67850-94CC-D988-6181-C2AD7D9DC92F}"/>
          </ac:spMkLst>
        </pc:spChg>
        <pc:spChg chg="add mod">
          <ac:chgData name="Maxwell Moshier" userId="7cbcdea5-3cbc-495b-b549-10c9890152ee" providerId="ADAL" clId="{3320FC5F-8501-4BA1-9651-8D092855123C}" dt="2026-05-04T07:21:52.422" v="8280" actId="207"/>
          <ac:spMkLst>
            <pc:docMk/>
            <pc:sldMk cId="686026001" sldId="412"/>
            <ac:spMk id="12" creationId="{5D0CA627-57A3-D99A-2268-B2C38EB434A6}"/>
          </ac:spMkLst>
        </pc:spChg>
        <pc:spChg chg="add mod">
          <ac:chgData name="Maxwell Moshier" userId="7cbcdea5-3cbc-495b-b549-10c9890152ee" providerId="ADAL" clId="{3320FC5F-8501-4BA1-9651-8D092855123C}" dt="2026-05-04T07:21:56.817" v="8281" actId="207"/>
          <ac:spMkLst>
            <pc:docMk/>
            <pc:sldMk cId="686026001" sldId="412"/>
            <ac:spMk id="13" creationId="{A69B5909-3162-5A02-3182-3623DD1178D7}"/>
          </ac:spMkLst>
        </pc:spChg>
        <pc:picChg chg="add mod">
          <ac:chgData name="Maxwell Moshier" userId="7cbcdea5-3cbc-495b-b549-10c9890152ee" providerId="ADAL" clId="{3320FC5F-8501-4BA1-9651-8D092855123C}" dt="2026-05-04T07:14:50.015" v="8030" actId="14100"/>
          <ac:picMkLst>
            <pc:docMk/>
            <pc:sldMk cId="686026001" sldId="412"/>
            <ac:picMk id="5" creationId="{3395FD85-8433-A090-978B-5C3AA3A3E913}"/>
          </ac:picMkLst>
        </pc:picChg>
        <pc:picChg chg="add mod">
          <ac:chgData name="Maxwell Moshier" userId="7cbcdea5-3cbc-495b-b549-10c9890152ee" providerId="ADAL" clId="{3320FC5F-8501-4BA1-9651-8D092855123C}" dt="2026-05-04T07:16:06.747" v="8038" actId="1076"/>
          <ac:picMkLst>
            <pc:docMk/>
            <pc:sldMk cId="686026001" sldId="412"/>
            <ac:picMk id="9" creationId="{F34E8A5D-1B75-2EE3-490A-85EF543150BE}"/>
          </ac:picMkLst>
        </pc:picChg>
      </pc:sldChg>
      <pc:sldChg chg="addSp delSp modSp add mod modNotesTx">
        <pc:chgData name="Maxwell Moshier" userId="7cbcdea5-3cbc-495b-b549-10c9890152ee" providerId="ADAL" clId="{3320FC5F-8501-4BA1-9651-8D092855123C}" dt="2026-05-04T16:32:10.888" v="9557" actId="20577"/>
        <pc:sldMkLst>
          <pc:docMk/>
          <pc:sldMk cId="710511405" sldId="413"/>
        </pc:sldMkLst>
        <pc:spChg chg="add del mod">
          <ac:chgData name="Maxwell Moshier" userId="7cbcdea5-3cbc-495b-b549-10c9890152ee" providerId="ADAL" clId="{3320FC5F-8501-4BA1-9651-8D092855123C}" dt="2026-05-04T07:24:13.907" v="8284" actId="478"/>
          <ac:spMkLst>
            <pc:docMk/>
            <pc:sldMk cId="710511405" sldId="413"/>
            <ac:spMk id="2" creationId="{9A052D18-9278-2E85-EF24-0AD5B221CB86}"/>
          </ac:spMkLst>
        </pc:spChg>
        <pc:spChg chg="mod">
          <ac:chgData name="Maxwell Moshier" userId="7cbcdea5-3cbc-495b-b549-10c9890152ee" providerId="ADAL" clId="{3320FC5F-8501-4BA1-9651-8D092855123C}" dt="2026-05-04T07:23:31.283" v="8282" actId="1076"/>
          <ac:spMkLst>
            <pc:docMk/>
            <pc:sldMk cId="710511405" sldId="413"/>
            <ac:spMk id="3" creationId="{CF4898D4-45C7-94F9-6154-B0133258036D}"/>
          </ac:spMkLst>
        </pc:spChg>
        <pc:spChg chg="add mod">
          <ac:chgData name="Maxwell Moshier" userId="7cbcdea5-3cbc-495b-b549-10c9890152ee" providerId="ADAL" clId="{3320FC5F-8501-4BA1-9651-8D092855123C}" dt="2026-05-04T07:24:18.922" v="8285"/>
          <ac:spMkLst>
            <pc:docMk/>
            <pc:sldMk cId="710511405" sldId="413"/>
            <ac:spMk id="4" creationId="{0BD4F37D-4BE3-42A5-966F-DAA0E8F5EF95}"/>
          </ac:spMkLst>
        </pc:spChg>
        <pc:spChg chg="add del mod">
          <ac:chgData name="Maxwell Moshier" userId="7cbcdea5-3cbc-495b-b549-10c9890152ee" providerId="ADAL" clId="{3320FC5F-8501-4BA1-9651-8D092855123C}" dt="2026-05-04T07:24:27.419" v="8288" actId="478"/>
          <ac:spMkLst>
            <pc:docMk/>
            <pc:sldMk cId="710511405" sldId="413"/>
            <ac:spMk id="5" creationId="{3A3D8E7E-0D43-50BD-1CB6-839AFA7D6298}"/>
          </ac:spMkLst>
        </pc:spChg>
        <pc:spChg chg="add mod">
          <ac:chgData name="Maxwell Moshier" userId="7cbcdea5-3cbc-495b-b549-10c9890152ee" providerId="ADAL" clId="{3320FC5F-8501-4BA1-9651-8D092855123C}" dt="2026-05-04T14:56:06.591" v="9514" actId="20577"/>
          <ac:spMkLst>
            <pc:docMk/>
            <pc:sldMk cId="710511405" sldId="413"/>
            <ac:spMk id="6" creationId="{94BC9658-9086-D0E3-9D1F-06F24191CE53}"/>
          </ac:spMkLst>
        </pc:spChg>
        <pc:spChg chg="add del mod">
          <ac:chgData name="Maxwell Moshier" userId="7cbcdea5-3cbc-495b-b549-10c9890152ee" providerId="ADAL" clId="{3320FC5F-8501-4BA1-9651-8D092855123C}" dt="2026-05-04T07:24:10.065" v="8283" actId="478"/>
          <ac:spMkLst>
            <pc:docMk/>
            <pc:sldMk cId="710511405" sldId="413"/>
            <ac:spMk id="7" creationId="{4F8BE27D-A93C-B099-1D14-69924E7C65A2}"/>
          </ac:spMkLst>
        </pc:spChg>
        <pc:spChg chg="add mod">
          <ac:chgData name="Maxwell Moshier" userId="7cbcdea5-3cbc-495b-b549-10c9890152ee" providerId="ADAL" clId="{3320FC5F-8501-4BA1-9651-8D092855123C}" dt="2026-05-04T07:26:56.157" v="8335" actId="20577"/>
          <ac:spMkLst>
            <pc:docMk/>
            <pc:sldMk cId="710511405" sldId="413"/>
            <ac:spMk id="12" creationId="{CB9E807A-E8D7-0E96-BE5C-9607E1747865}"/>
          </ac:spMkLst>
        </pc:spChg>
        <pc:spChg chg="add mod">
          <ac:chgData name="Maxwell Moshier" userId="7cbcdea5-3cbc-495b-b549-10c9890152ee" providerId="ADAL" clId="{3320FC5F-8501-4BA1-9651-8D092855123C}" dt="2026-05-04T14:56:20.078" v="9551" actId="14100"/>
          <ac:spMkLst>
            <pc:docMk/>
            <pc:sldMk cId="710511405" sldId="413"/>
            <ac:spMk id="13" creationId="{F1B8C8FB-5CE4-C200-FD4A-321843E25712}"/>
          </ac:spMkLst>
        </pc:spChg>
        <pc:spChg chg="add mod">
          <ac:chgData name="Maxwell Moshier" userId="7cbcdea5-3cbc-495b-b549-10c9890152ee" providerId="ADAL" clId="{3320FC5F-8501-4BA1-9651-8D092855123C}" dt="2026-05-04T07:28:50.776" v="8440" actId="20577"/>
          <ac:spMkLst>
            <pc:docMk/>
            <pc:sldMk cId="710511405" sldId="413"/>
            <ac:spMk id="14" creationId="{2CA6A34B-3CF2-EE4A-DE13-B3FC3C69B383}"/>
          </ac:spMkLst>
        </pc:spChg>
        <pc:spChg chg="add mod">
          <ac:chgData name="Maxwell Moshier" userId="7cbcdea5-3cbc-495b-b549-10c9890152ee" providerId="ADAL" clId="{3320FC5F-8501-4BA1-9651-8D092855123C}" dt="2026-05-04T07:29:23.704" v="8448" actId="20577"/>
          <ac:spMkLst>
            <pc:docMk/>
            <pc:sldMk cId="710511405" sldId="413"/>
            <ac:spMk id="15" creationId="{E142650C-4980-9CAA-920B-319F068BC25D}"/>
          </ac:spMkLst>
        </pc:spChg>
        <pc:picChg chg="add mod">
          <ac:chgData name="Maxwell Moshier" userId="7cbcdea5-3cbc-495b-b549-10c9890152ee" providerId="ADAL" clId="{3320FC5F-8501-4BA1-9651-8D092855123C}" dt="2026-05-04T07:25:29.556" v="8295" actId="1076"/>
          <ac:picMkLst>
            <pc:docMk/>
            <pc:sldMk cId="710511405" sldId="413"/>
            <ac:picMk id="9" creationId="{3CFDE943-85E8-1E61-7448-35DFADB9DBE5}"/>
          </ac:picMkLst>
        </pc:picChg>
        <pc:picChg chg="add mod">
          <ac:chgData name="Maxwell Moshier" userId="7cbcdea5-3cbc-495b-b549-10c9890152ee" providerId="ADAL" clId="{3320FC5F-8501-4BA1-9651-8D092855123C}" dt="2026-05-04T07:26:12.226" v="8300" actId="1076"/>
          <ac:picMkLst>
            <pc:docMk/>
            <pc:sldMk cId="710511405" sldId="413"/>
            <ac:picMk id="11" creationId="{2A8D3249-C5B5-8946-CF26-57439F64F621}"/>
          </ac:picMkLst>
        </pc:picChg>
      </pc:sldChg>
      <pc:sldChg chg="addSp modSp new mod modClrScheme chgLayout">
        <pc:chgData name="Maxwell Moshier" userId="7cbcdea5-3cbc-495b-b549-10c9890152ee" providerId="ADAL" clId="{3320FC5F-8501-4BA1-9651-8D092855123C}" dt="2026-05-04T08:17:35.861" v="9288" actId="207"/>
        <pc:sldMkLst>
          <pc:docMk/>
          <pc:sldMk cId="877804758" sldId="415"/>
        </pc:sldMkLst>
        <pc:spChg chg="add mod">
          <ac:chgData name="Maxwell Moshier" userId="7cbcdea5-3cbc-495b-b549-10c9890152ee" providerId="ADAL" clId="{3320FC5F-8501-4BA1-9651-8D092855123C}" dt="2026-05-04T08:17:35.861" v="9288" actId="207"/>
          <ac:spMkLst>
            <pc:docMk/>
            <pc:sldMk cId="877804758" sldId="415"/>
            <ac:spMk id="3" creationId="{3911D99A-58FD-A1AD-1A28-340B5F640553}"/>
          </ac:spMkLst>
        </pc:spChg>
      </pc:sldChg>
      <pc:sldChg chg="modSp new mod ord">
        <pc:chgData name="Maxwell Moshier" userId="7cbcdea5-3cbc-495b-b549-10c9890152ee" providerId="ADAL" clId="{3320FC5F-8501-4BA1-9651-8D092855123C}" dt="2026-05-04T14:57:10.929" v="9553"/>
        <pc:sldMkLst>
          <pc:docMk/>
          <pc:sldMk cId="660337137" sldId="416"/>
        </pc:sldMkLst>
        <pc:spChg chg="mod">
          <ac:chgData name="Maxwell Moshier" userId="7cbcdea5-3cbc-495b-b549-10c9890152ee" providerId="ADAL" clId="{3320FC5F-8501-4BA1-9651-8D092855123C}" dt="2026-05-04T08:22:08.530" v="9413" actId="20577"/>
          <ac:spMkLst>
            <pc:docMk/>
            <pc:sldMk cId="660337137" sldId="416"/>
            <ac:spMk id="2" creationId="{E179729A-E382-FA6C-8104-F2166E390D5D}"/>
          </ac:spMkLst>
        </pc:spChg>
        <pc:spChg chg="mod">
          <ac:chgData name="Maxwell Moshier" userId="7cbcdea5-3cbc-495b-b549-10c9890152ee" providerId="ADAL" clId="{3320FC5F-8501-4BA1-9651-8D092855123C}" dt="2026-04-06T19:56:39.515" v="3832" actId="20577"/>
          <ac:spMkLst>
            <pc:docMk/>
            <pc:sldMk cId="660337137" sldId="416"/>
            <ac:spMk id="3" creationId="{B38B4009-08FD-6563-C0E8-31264BCE1063}"/>
          </ac:spMkLst>
        </pc:spChg>
      </pc:sldChg>
      <pc:sldChg chg="addSp delSp modSp new mod">
        <pc:chgData name="Maxwell Moshier" userId="7cbcdea5-3cbc-495b-b549-10c9890152ee" providerId="ADAL" clId="{3320FC5F-8501-4BA1-9651-8D092855123C}" dt="2026-05-04T07:07:05.488" v="7884" actId="20577"/>
        <pc:sldMkLst>
          <pc:docMk/>
          <pc:sldMk cId="126148324" sldId="417"/>
        </pc:sldMkLst>
        <pc:spChg chg="add mod">
          <ac:chgData name="Maxwell Moshier" userId="7cbcdea5-3cbc-495b-b549-10c9890152ee" providerId="ADAL" clId="{3320FC5F-8501-4BA1-9651-8D092855123C}" dt="2026-04-08T06:12:16.812" v="4685" actId="1076"/>
          <ac:spMkLst>
            <pc:docMk/>
            <pc:sldMk cId="126148324" sldId="417"/>
            <ac:spMk id="2" creationId="{EBC06108-3A63-C465-F424-1DF47A27BA53}"/>
          </ac:spMkLst>
        </pc:spChg>
        <pc:spChg chg="add mod">
          <ac:chgData name="Maxwell Moshier" userId="7cbcdea5-3cbc-495b-b549-10c9890152ee" providerId="ADAL" clId="{3320FC5F-8501-4BA1-9651-8D092855123C}" dt="2026-05-04T07:07:02.528" v="7882" actId="20577"/>
          <ac:spMkLst>
            <pc:docMk/>
            <pc:sldMk cId="126148324" sldId="417"/>
            <ac:spMk id="9" creationId="{993489A2-D93D-3692-7205-BC29DF1325A0}"/>
          </ac:spMkLst>
        </pc:spChg>
        <pc:spChg chg="add mod">
          <ac:chgData name="Maxwell Moshier" userId="7cbcdea5-3cbc-495b-b549-10c9890152ee" providerId="ADAL" clId="{3320FC5F-8501-4BA1-9651-8D092855123C}" dt="2026-05-04T07:07:05.488" v="7884" actId="20577"/>
          <ac:spMkLst>
            <pc:docMk/>
            <pc:sldMk cId="126148324" sldId="417"/>
            <ac:spMk id="10" creationId="{0D2BF3EA-D890-5D5D-80F0-47F4E1A505BC}"/>
          </ac:spMkLst>
        </pc:spChg>
        <pc:picChg chg="add mod">
          <ac:chgData name="Maxwell Moshier" userId="7cbcdea5-3cbc-495b-b549-10c9890152ee" providerId="ADAL" clId="{3320FC5F-8501-4BA1-9651-8D092855123C}" dt="2026-04-08T06:10:19.650" v="4602" actId="14100"/>
          <ac:picMkLst>
            <pc:docMk/>
            <pc:sldMk cId="126148324" sldId="417"/>
            <ac:picMk id="4" creationId="{926A3A90-72C9-1C5B-DDA2-1471B2D9C925}"/>
          </ac:picMkLst>
        </pc:picChg>
        <pc:picChg chg="add mod">
          <ac:chgData name="Maxwell Moshier" userId="7cbcdea5-3cbc-495b-b549-10c9890152ee" providerId="ADAL" clId="{3320FC5F-8501-4BA1-9651-8D092855123C}" dt="2026-04-08T06:11:08.983" v="4606" actId="1076"/>
          <ac:picMkLst>
            <pc:docMk/>
            <pc:sldMk cId="126148324" sldId="417"/>
            <ac:picMk id="6" creationId="{36D71E8C-65E2-80E1-783E-D3D82FF033C5}"/>
          </ac:picMkLst>
        </pc:picChg>
      </pc:sldChg>
      <pc:sldChg chg="addSp delSp modSp new mod">
        <pc:chgData name="Maxwell Moshier" userId="7cbcdea5-3cbc-495b-b549-10c9890152ee" providerId="ADAL" clId="{3320FC5F-8501-4BA1-9651-8D092855123C}" dt="2026-05-04T08:24:02.112" v="9414" actId="1076"/>
        <pc:sldMkLst>
          <pc:docMk/>
          <pc:sldMk cId="2583370641" sldId="418"/>
        </pc:sldMkLst>
        <pc:spChg chg="add mod">
          <ac:chgData name="Maxwell Moshier" userId="7cbcdea5-3cbc-495b-b549-10c9890152ee" providerId="ADAL" clId="{3320FC5F-8501-4BA1-9651-8D092855123C}" dt="2026-05-04T07:35:20.796" v="8558" actId="20577"/>
          <ac:spMkLst>
            <pc:docMk/>
            <pc:sldMk cId="2583370641" sldId="418"/>
            <ac:spMk id="2" creationId="{54DBFF14-66A0-6943-3B40-0BE91AC96B12}"/>
          </ac:spMkLst>
        </pc:spChg>
        <pc:spChg chg="add del mod">
          <ac:chgData name="Maxwell Moshier" userId="7cbcdea5-3cbc-495b-b549-10c9890152ee" providerId="ADAL" clId="{3320FC5F-8501-4BA1-9651-8D092855123C}" dt="2026-05-04T07:35:26.428" v="8560" actId="478"/>
          <ac:spMkLst>
            <pc:docMk/>
            <pc:sldMk cId="2583370641" sldId="418"/>
            <ac:spMk id="5" creationId="{86DA7ABF-6612-EB7B-7CD2-555D8E5AF477}"/>
          </ac:spMkLst>
        </pc:spChg>
        <pc:spChg chg="add mod">
          <ac:chgData name="Maxwell Moshier" userId="7cbcdea5-3cbc-495b-b549-10c9890152ee" providerId="ADAL" clId="{3320FC5F-8501-4BA1-9651-8D092855123C}" dt="2026-05-04T07:43:09.969" v="8641" actId="1076"/>
          <ac:spMkLst>
            <pc:docMk/>
            <pc:sldMk cId="2583370641" sldId="418"/>
            <ac:spMk id="6" creationId="{CE7C620D-1E56-9742-983B-DC94C0B14882}"/>
          </ac:spMkLst>
        </pc:spChg>
        <pc:spChg chg="add mod">
          <ac:chgData name="Maxwell Moshier" userId="7cbcdea5-3cbc-495b-b549-10c9890152ee" providerId="ADAL" clId="{3320FC5F-8501-4BA1-9651-8D092855123C}" dt="2026-05-04T08:24:02.112" v="9414" actId="1076"/>
          <ac:spMkLst>
            <pc:docMk/>
            <pc:sldMk cId="2583370641" sldId="418"/>
            <ac:spMk id="8" creationId="{72C026F1-A1B0-1FAA-48DF-D23D2BB1FF48}"/>
          </ac:spMkLst>
        </pc:spChg>
        <pc:picChg chg="add del mod">
          <ac:chgData name="Maxwell Moshier" userId="7cbcdea5-3cbc-495b-b549-10c9890152ee" providerId="ADAL" clId="{3320FC5F-8501-4BA1-9651-8D092855123C}" dt="2026-05-04T07:35:23.862" v="8559" actId="478"/>
          <ac:picMkLst>
            <pc:docMk/>
            <pc:sldMk cId="2583370641" sldId="418"/>
            <ac:picMk id="4" creationId="{D3D5363C-4991-253A-4DA1-253A70491FBC}"/>
          </ac:picMkLst>
        </pc:picChg>
        <pc:picChg chg="add del mod">
          <ac:chgData name="Maxwell Moshier" userId="7cbcdea5-3cbc-495b-b549-10c9890152ee" providerId="ADAL" clId="{3320FC5F-8501-4BA1-9651-8D092855123C}" dt="2026-05-04T08:03:13.839" v="8839" actId="478"/>
          <ac:picMkLst>
            <pc:docMk/>
            <pc:sldMk cId="2583370641" sldId="418"/>
            <ac:picMk id="7" creationId="{FDA37DC4-C66E-503D-D312-975B30AA1449}"/>
          </ac:picMkLst>
        </pc:picChg>
        <pc:picChg chg="add mod">
          <ac:chgData name="Maxwell Moshier" userId="7cbcdea5-3cbc-495b-b549-10c9890152ee" providerId="ADAL" clId="{3320FC5F-8501-4BA1-9651-8D092855123C}" dt="2026-05-04T08:04:03.326" v="8844" actId="1076"/>
          <ac:picMkLst>
            <pc:docMk/>
            <pc:sldMk cId="2583370641" sldId="418"/>
            <ac:picMk id="10" creationId="{722E04BE-1724-DB3A-CB7C-4A02F6B28312}"/>
          </ac:picMkLst>
        </pc:picChg>
      </pc:sldChg>
      <pc:sldChg chg="addSp delSp modSp add mod">
        <pc:chgData name="Maxwell Moshier" userId="7cbcdea5-3cbc-495b-b549-10c9890152ee" providerId="ADAL" clId="{3320FC5F-8501-4BA1-9651-8D092855123C}" dt="2026-05-04T07:58:15.894" v="8837" actId="20577"/>
        <pc:sldMkLst>
          <pc:docMk/>
          <pc:sldMk cId="304211983" sldId="419"/>
        </pc:sldMkLst>
        <pc:spChg chg="mod">
          <ac:chgData name="Maxwell Moshier" userId="7cbcdea5-3cbc-495b-b549-10c9890152ee" providerId="ADAL" clId="{3320FC5F-8501-4BA1-9651-8D092855123C}" dt="2026-05-04T07:42:26.551" v="8637" actId="20577"/>
          <ac:spMkLst>
            <pc:docMk/>
            <pc:sldMk cId="304211983" sldId="419"/>
            <ac:spMk id="2" creationId="{332A7F73-4473-B70E-67DD-96E80B2FA012}"/>
          </ac:spMkLst>
        </pc:spChg>
        <pc:spChg chg="del mod">
          <ac:chgData name="Maxwell Moshier" userId="7cbcdea5-3cbc-495b-b549-10c9890152ee" providerId="ADAL" clId="{3320FC5F-8501-4BA1-9651-8D092855123C}" dt="2026-05-04T07:47:13.982" v="8726" actId="478"/>
          <ac:spMkLst>
            <pc:docMk/>
            <pc:sldMk cId="304211983" sldId="419"/>
            <ac:spMk id="5" creationId="{E2C64B62-DD04-6E4D-CEF4-4E95425FBE46}"/>
          </ac:spMkLst>
        </pc:spChg>
        <pc:spChg chg="add mod">
          <ac:chgData name="Maxwell Moshier" userId="7cbcdea5-3cbc-495b-b549-10c9890152ee" providerId="ADAL" clId="{3320FC5F-8501-4BA1-9651-8D092855123C}" dt="2026-05-04T07:58:15.894" v="8837" actId="20577"/>
          <ac:spMkLst>
            <pc:docMk/>
            <pc:sldMk cId="304211983" sldId="419"/>
            <ac:spMk id="9" creationId="{8C1F69BE-2262-B0F4-34B5-C6F4D452EF0C}"/>
          </ac:spMkLst>
        </pc:spChg>
        <pc:picChg chg="add mod">
          <ac:chgData name="Maxwell Moshier" userId="7cbcdea5-3cbc-495b-b549-10c9890152ee" providerId="ADAL" clId="{3320FC5F-8501-4BA1-9651-8D092855123C}" dt="2026-05-04T07:57:28.406" v="8736" actId="1076"/>
          <ac:picMkLst>
            <pc:docMk/>
            <pc:sldMk cId="304211983" sldId="419"/>
            <ac:picMk id="4" creationId="{03C2FA6E-D476-7482-948C-77D5A074508C}"/>
          </ac:picMkLst>
        </pc:picChg>
        <pc:picChg chg="add del mod">
          <ac:chgData name="Maxwell Moshier" userId="7cbcdea5-3cbc-495b-b549-10c9890152ee" providerId="ADAL" clId="{3320FC5F-8501-4BA1-9651-8D092855123C}" dt="2026-05-04T07:42:29.249" v="8638" actId="478"/>
          <ac:picMkLst>
            <pc:docMk/>
            <pc:sldMk cId="304211983" sldId="419"/>
            <ac:picMk id="8" creationId="{6F7514F4-09FB-EBA3-9CBA-15A48568593E}"/>
          </ac:picMkLst>
        </pc:picChg>
      </pc:sldChg>
      <pc:sldChg chg="addSp modSp new mod">
        <pc:chgData name="Maxwell Moshier" userId="7cbcdea5-3cbc-495b-b549-10c9890152ee" providerId="ADAL" clId="{3320FC5F-8501-4BA1-9651-8D092855123C}" dt="2026-05-04T04:27:47.030" v="6896" actId="14734"/>
        <pc:sldMkLst>
          <pc:docMk/>
          <pc:sldMk cId="1765577429" sldId="420"/>
        </pc:sldMkLst>
        <pc:spChg chg="add mod">
          <ac:chgData name="Maxwell Moshier" userId="7cbcdea5-3cbc-495b-b549-10c9890152ee" providerId="ADAL" clId="{3320FC5F-8501-4BA1-9651-8D092855123C}" dt="2026-04-29T18:12:47.283" v="6012" actId="1076"/>
          <ac:spMkLst>
            <pc:docMk/>
            <pc:sldMk cId="1765577429" sldId="420"/>
            <ac:spMk id="2" creationId="{0E655129-2086-B5F7-7848-FDDEBD504943}"/>
          </ac:spMkLst>
        </pc:spChg>
        <pc:graphicFrameChg chg="add mod modGraphic">
          <ac:chgData name="Maxwell Moshier" userId="7cbcdea5-3cbc-495b-b549-10c9890152ee" providerId="ADAL" clId="{3320FC5F-8501-4BA1-9651-8D092855123C}" dt="2026-05-04T04:27:47.030" v="6896" actId="14734"/>
          <ac:graphicFrameMkLst>
            <pc:docMk/>
            <pc:sldMk cId="1765577429" sldId="420"/>
            <ac:graphicFrameMk id="3" creationId="{BF64191E-0ADF-65FB-1182-BFCB703E0A7E}"/>
          </ac:graphicFrameMkLst>
        </pc:graphicFrameChg>
      </pc:sldChg>
      <pc:sldChg chg="modSp new mod">
        <pc:chgData name="Maxwell Moshier" userId="7cbcdea5-3cbc-495b-b549-10c9890152ee" providerId="ADAL" clId="{3320FC5F-8501-4BA1-9651-8D092855123C}" dt="2026-05-04T05:24:33.300" v="7335" actId="403"/>
        <pc:sldMkLst>
          <pc:docMk/>
          <pc:sldMk cId="1645080319" sldId="421"/>
        </pc:sldMkLst>
        <pc:spChg chg="mod">
          <ac:chgData name="Maxwell Moshier" userId="7cbcdea5-3cbc-495b-b549-10c9890152ee" providerId="ADAL" clId="{3320FC5F-8501-4BA1-9651-8D092855123C}" dt="2026-05-04T05:24:33.300" v="7335" actId="403"/>
          <ac:spMkLst>
            <pc:docMk/>
            <pc:sldMk cId="1645080319" sldId="421"/>
            <ac:spMk id="2" creationId="{9F31487C-5C67-3A79-C06D-91EC87174253}"/>
          </ac:spMkLst>
        </pc:spChg>
        <pc:spChg chg="mod">
          <ac:chgData name="Maxwell Moshier" userId="7cbcdea5-3cbc-495b-b549-10c9890152ee" providerId="ADAL" clId="{3320FC5F-8501-4BA1-9651-8D092855123C}" dt="2026-05-04T05:17:44.849" v="6913" actId="20577"/>
          <ac:spMkLst>
            <pc:docMk/>
            <pc:sldMk cId="1645080319" sldId="421"/>
            <ac:spMk id="3" creationId="{38A165E6-8C9C-A9E3-7A52-496DAB158C3A}"/>
          </ac:spMkLst>
        </pc:spChg>
      </pc:sldChg>
      <pc:sldChg chg="addSp delSp modSp add mod">
        <pc:chgData name="Maxwell Moshier" userId="7cbcdea5-3cbc-495b-b549-10c9890152ee" providerId="ADAL" clId="{3320FC5F-8501-4BA1-9651-8D092855123C}" dt="2026-05-04T07:06:40.415" v="7880" actId="207"/>
        <pc:sldMkLst>
          <pc:docMk/>
          <pc:sldMk cId="1809324518" sldId="422"/>
        </pc:sldMkLst>
        <pc:spChg chg="add mod">
          <ac:chgData name="Maxwell Moshier" userId="7cbcdea5-3cbc-495b-b549-10c9890152ee" providerId="ADAL" clId="{3320FC5F-8501-4BA1-9651-8D092855123C}" dt="2026-05-04T07:06:28.204" v="7877" actId="207"/>
          <ac:spMkLst>
            <pc:docMk/>
            <pc:sldMk cId="1809324518" sldId="422"/>
            <ac:spMk id="5" creationId="{DCE56553-D9E6-F640-E4FD-AD9D3A231136}"/>
          </ac:spMkLst>
        </pc:spChg>
        <pc:spChg chg="del">
          <ac:chgData name="Maxwell Moshier" userId="7cbcdea5-3cbc-495b-b549-10c9890152ee" providerId="ADAL" clId="{3320FC5F-8501-4BA1-9651-8D092855123C}" dt="2026-05-04T05:39:54.196" v="7533" actId="478"/>
          <ac:spMkLst>
            <pc:docMk/>
            <pc:sldMk cId="1809324518" sldId="422"/>
            <ac:spMk id="6" creationId="{37F5566D-501D-168B-9E4A-36C819EB2F00}"/>
          </ac:spMkLst>
        </pc:spChg>
        <pc:spChg chg="add mod">
          <ac:chgData name="Maxwell Moshier" userId="7cbcdea5-3cbc-495b-b549-10c9890152ee" providerId="ADAL" clId="{3320FC5F-8501-4BA1-9651-8D092855123C}" dt="2026-05-04T07:06:32.136" v="7878" actId="207"/>
          <ac:spMkLst>
            <pc:docMk/>
            <pc:sldMk cId="1809324518" sldId="422"/>
            <ac:spMk id="7" creationId="{5230EDB7-BD7F-1F0E-836F-31A715DFE958}"/>
          </ac:spMkLst>
        </pc:spChg>
        <pc:spChg chg="add mod">
          <ac:chgData name="Maxwell Moshier" userId="7cbcdea5-3cbc-495b-b549-10c9890152ee" providerId="ADAL" clId="{3320FC5F-8501-4BA1-9651-8D092855123C}" dt="2026-05-04T07:06:36.595" v="7879" actId="207"/>
          <ac:spMkLst>
            <pc:docMk/>
            <pc:sldMk cId="1809324518" sldId="422"/>
            <ac:spMk id="8" creationId="{6BD44E22-BF4B-F41E-4029-D1B11666B7E6}"/>
          </ac:spMkLst>
        </pc:spChg>
        <pc:spChg chg="add mod">
          <ac:chgData name="Maxwell Moshier" userId="7cbcdea5-3cbc-495b-b549-10c9890152ee" providerId="ADAL" clId="{3320FC5F-8501-4BA1-9651-8D092855123C}" dt="2026-05-04T07:06:40.415" v="7880" actId="207"/>
          <ac:spMkLst>
            <pc:docMk/>
            <pc:sldMk cId="1809324518" sldId="422"/>
            <ac:spMk id="10" creationId="{526E1871-2976-4BBE-BA5D-3EED54B003E3}"/>
          </ac:spMkLst>
        </pc:spChg>
        <pc:spChg chg="del">
          <ac:chgData name="Maxwell Moshier" userId="7cbcdea5-3cbc-495b-b549-10c9890152ee" providerId="ADAL" clId="{3320FC5F-8501-4BA1-9651-8D092855123C}" dt="2026-05-04T05:40:01.624" v="7536" actId="478"/>
          <ac:spMkLst>
            <pc:docMk/>
            <pc:sldMk cId="1809324518" sldId="422"/>
            <ac:spMk id="12" creationId="{AC011F62-5113-B12A-3D16-1C9E4B288864}"/>
          </ac:spMkLst>
        </pc:spChg>
        <pc:spChg chg="add mod">
          <ac:chgData name="Maxwell Moshier" userId="7cbcdea5-3cbc-495b-b549-10c9890152ee" providerId="ADAL" clId="{3320FC5F-8501-4BA1-9651-8D092855123C}" dt="2026-05-04T07:06:21.963" v="7876" actId="20577"/>
          <ac:spMkLst>
            <pc:docMk/>
            <pc:sldMk cId="1809324518" sldId="422"/>
            <ac:spMk id="13" creationId="{AC4DBCD8-A7D9-A91F-7691-C53F098DEEE9}"/>
          </ac:spMkLst>
        </pc:spChg>
        <pc:spChg chg="del">
          <ac:chgData name="Maxwell Moshier" userId="7cbcdea5-3cbc-495b-b549-10c9890152ee" providerId="ADAL" clId="{3320FC5F-8501-4BA1-9651-8D092855123C}" dt="2026-05-04T05:39:56.235" v="7534" actId="478"/>
          <ac:spMkLst>
            <pc:docMk/>
            <pc:sldMk cId="1809324518" sldId="422"/>
            <ac:spMk id="16" creationId="{84FC21E9-631A-C38B-A033-CB98BD7251BF}"/>
          </ac:spMkLst>
        </pc:spChg>
        <pc:picChg chg="add mod">
          <ac:chgData name="Maxwell Moshier" userId="7cbcdea5-3cbc-495b-b549-10c9890152ee" providerId="ADAL" clId="{3320FC5F-8501-4BA1-9651-8D092855123C}" dt="2026-05-04T06:36:42.888" v="7540" actId="1076"/>
          <ac:picMkLst>
            <pc:docMk/>
            <pc:sldMk cId="1809324518" sldId="422"/>
            <ac:picMk id="4" creationId="{49BFB88F-76C8-E1D7-7852-DD6CF900B96F}"/>
          </ac:picMkLst>
        </pc:picChg>
        <pc:picChg chg="del">
          <ac:chgData name="Maxwell Moshier" userId="7cbcdea5-3cbc-495b-b549-10c9890152ee" providerId="ADAL" clId="{3320FC5F-8501-4BA1-9651-8D092855123C}" dt="2026-05-04T05:39:51.357" v="7532" actId="478"/>
          <ac:picMkLst>
            <pc:docMk/>
            <pc:sldMk cId="1809324518" sldId="422"/>
            <ac:picMk id="9" creationId="{CFA8AC8D-2604-1FEB-39D5-22934ACBDB3E}"/>
          </ac:picMkLst>
        </pc:picChg>
        <pc:picChg chg="del">
          <ac:chgData name="Maxwell Moshier" userId="7cbcdea5-3cbc-495b-b549-10c9890152ee" providerId="ADAL" clId="{3320FC5F-8501-4BA1-9651-8D092855123C}" dt="2026-05-04T05:39:58.223" v="7535" actId="478"/>
          <ac:picMkLst>
            <pc:docMk/>
            <pc:sldMk cId="1809324518" sldId="422"/>
            <ac:picMk id="11" creationId="{6438A95E-D861-F520-D30C-7DE799FB10F7}"/>
          </ac:picMkLst>
        </pc:picChg>
      </pc:sldChg>
      <pc:sldChg chg="addSp delSp modSp add mod">
        <pc:chgData name="Maxwell Moshier" userId="7cbcdea5-3cbc-495b-b549-10c9890152ee" providerId="ADAL" clId="{3320FC5F-8501-4BA1-9651-8D092855123C}" dt="2026-05-04T07:11:55.638" v="8002" actId="20577"/>
        <pc:sldMkLst>
          <pc:docMk/>
          <pc:sldMk cId="1226738059" sldId="423"/>
        </pc:sldMkLst>
        <pc:spChg chg="del">
          <ac:chgData name="Maxwell Moshier" userId="7cbcdea5-3cbc-495b-b549-10c9890152ee" providerId="ADAL" clId="{3320FC5F-8501-4BA1-9651-8D092855123C}" dt="2026-05-04T07:07:36.660" v="7888" actId="478"/>
          <ac:spMkLst>
            <pc:docMk/>
            <pc:sldMk cId="1226738059" sldId="423"/>
            <ac:spMk id="9" creationId="{316B5D48-1841-E6B8-F598-A1ACED142D67}"/>
          </ac:spMkLst>
        </pc:spChg>
        <pc:spChg chg="mod">
          <ac:chgData name="Maxwell Moshier" userId="7cbcdea5-3cbc-495b-b549-10c9890152ee" providerId="ADAL" clId="{3320FC5F-8501-4BA1-9651-8D092855123C}" dt="2026-05-04T07:11:55.638" v="8002" actId="20577"/>
          <ac:spMkLst>
            <pc:docMk/>
            <pc:sldMk cId="1226738059" sldId="423"/>
            <ac:spMk id="10" creationId="{CEAE2EBD-2006-2650-545B-B3556C2588DB}"/>
          </ac:spMkLst>
        </pc:spChg>
        <pc:picChg chg="del">
          <ac:chgData name="Maxwell Moshier" userId="7cbcdea5-3cbc-495b-b549-10c9890152ee" providerId="ADAL" clId="{3320FC5F-8501-4BA1-9651-8D092855123C}" dt="2026-05-04T07:07:28.803" v="7886" actId="478"/>
          <ac:picMkLst>
            <pc:docMk/>
            <pc:sldMk cId="1226738059" sldId="423"/>
            <ac:picMk id="4" creationId="{FAD4EFB2-B0BF-B1C9-1FB6-1FDCBC5BE691}"/>
          </ac:picMkLst>
        </pc:picChg>
        <pc:picChg chg="add mod">
          <ac:chgData name="Maxwell Moshier" userId="7cbcdea5-3cbc-495b-b549-10c9890152ee" providerId="ADAL" clId="{3320FC5F-8501-4BA1-9651-8D092855123C}" dt="2026-05-04T07:11:13.038" v="7894" actId="14100"/>
          <ac:picMkLst>
            <pc:docMk/>
            <pc:sldMk cId="1226738059" sldId="423"/>
            <ac:picMk id="5" creationId="{023BD153-9D8E-1B40-02AF-B8107B98F6A6}"/>
          </ac:picMkLst>
        </pc:picChg>
        <pc:picChg chg="del">
          <ac:chgData name="Maxwell Moshier" userId="7cbcdea5-3cbc-495b-b549-10c9890152ee" providerId="ADAL" clId="{3320FC5F-8501-4BA1-9651-8D092855123C}" dt="2026-05-04T07:07:30.660" v="7887" actId="478"/>
          <ac:picMkLst>
            <pc:docMk/>
            <pc:sldMk cId="1226738059" sldId="423"/>
            <ac:picMk id="6" creationId="{34FED527-B134-467F-02C8-8767131DC085}"/>
          </ac:picMkLst>
        </pc:picChg>
      </pc:sldChg>
      <pc:sldChg chg="addSp modSp new mod">
        <pc:chgData name="Maxwell Moshier" userId="7cbcdea5-3cbc-495b-b549-10c9890152ee" providerId="ADAL" clId="{3320FC5F-8501-4BA1-9651-8D092855123C}" dt="2026-05-04T08:16:27.918" v="9280" actId="207"/>
        <pc:sldMkLst>
          <pc:docMk/>
          <pc:sldMk cId="1803496097" sldId="424"/>
        </pc:sldMkLst>
        <pc:spChg chg="add mod">
          <ac:chgData name="Maxwell Moshier" userId="7cbcdea5-3cbc-495b-b549-10c9890152ee" providerId="ADAL" clId="{3320FC5F-8501-4BA1-9651-8D092855123C}" dt="2026-05-04T08:04:24.761" v="8871" actId="20577"/>
          <ac:spMkLst>
            <pc:docMk/>
            <pc:sldMk cId="1803496097" sldId="424"/>
            <ac:spMk id="2" creationId="{704B091F-1DC0-92EF-2E20-88A7E674B986}"/>
          </ac:spMkLst>
        </pc:spChg>
        <pc:spChg chg="add mod">
          <ac:chgData name="Maxwell Moshier" userId="7cbcdea5-3cbc-495b-b549-10c9890152ee" providerId="ADAL" clId="{3320FC5F-8501-4BA1-9651-8D092855123C}" dt="2026-05-04T08:16:27.918" v="9280" actId="207"/>
          <ac:spMkLst>
            <pc:docMk/>
            <pc:sldMk cId="1803496097" sldId="424"/>
            <ac:spMk id="3" creationId="{91067F0C-F5FE-D451-D47E-0BA9E11138B3}"/>
          </ac:spMkLst>
        </pc:spChg>
      </pc:sldChg>
      <pc:sldChg chg="modSp add del mod">
        <pc:chgData name="Maxwell Moshier" userId="7cbcdea5-3cbc-495b-b549-10c9890152ee" providerId="ADAL" clId="{3320FC5F-8501-4BA1-9651-8D092855123C}" dt="2026-05-04T08:18:23.757" v="9302" actId="2696"/>
        <pc:sldMkLst>
          <pc:docMk/>
          <pc:sldMk cId="3531370310" sldId="425"/>
        </pc:sldMkLst>
        <pc:spChg chg="mod">
          <ac:chgData name="Maxwell Moshier" userId="7cbcdea5-3cbc-495b-b549-10c9890152ee" providerId="ADAL" clId="{3320FC5F-8501-4BA1-9651-8D092855123C}" dt="2026-05-04T08:18:14.831" v="9301" actId="20577"/>
          <ac:spMkLst>
            <pc:docMk/>
            <pc:sldMk cId="3531370310" sldId="425"/>
            <ac:spMk id="3" creationId="{A4F1D150-126A-3F68-F05C-36AFD6704AEA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5" y="0"/>
            <a:ext cx="4161390" cy="3660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21" tIns="48311" rIns="96621" bIns="48311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r>
              <a:rPr lang="en-US"/>
              <a:t>CIE 415</a:t>
            </a:r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437642" y="0"/>
            <a:ext cx="4161390" cy="3660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21" tIns="48311" rIns="96621" bIns="48311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r>
              <a:rPr lang="en-US"/>
              <a:t>12/06/24 </a:t>
            </a:r>
          </a:p>
        </p:txBody>
      </p:sp>
      <p:sp>
        <p:nvSpPr>
          <p:cNvPr id="839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5" y="6947944"/>
            <a:ext cx="4161390" cy="3660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21" tIns="48311" rIns="96621" bIns="48311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39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437642" y="6947944"/>
            <a:ext cx="4161390" cy="3660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21" tIns="48311" rIns="96621" bIns="48311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6D387215-56A3-436C-BE88-020FDFE2CA8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5" y="0"/>
            <a:ext cx="4161390" cy="3660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21" tIns="48311" rIns="96621" bIns="48311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r>
              <a:rPr lang="en-US"/>
              <a:t>CIE 415</a:t>
            </a:r>
          </a:p>
        </p:txBody>
      </p:sp>
      <p:sp>
        <p:nvSpPr>
          <p:cNvPr id="860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437642" y="0"/>
            <a:ext cx="4161390" cy="3660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21" tIns="48311" rIns="96621" bIns="48311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r>
              <a:rPr lang="en-US"/>
              <a:t>12/06/24 </a:t>
            </a:r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362200" y="547688"/>
            <a:ext cx="4876800" cy="27432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0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60992" y="3475221"/>
            <a:ext cx="7679221" cy="3291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21" tIns="48311" rIns="96621" bIns="4831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60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5" y="6947944"/>
            <a:ext cx="4161390" cy="3660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21" tIns="48311" rIns="96621" bIns="48311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60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437642" y="6947944"/>
            <a:ext cx="4161390" cy="3660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21" tIns="48311" rIns="96621" bIns="48311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0471EE23-E509-414A-BE1D-F14D93A1732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CIE 415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12/06/24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471EE23-E509-414A-BE1D-F14D93A17327}" type="slidenum">
              <a:rPr lang="en-US" altLang="en-US" smtClean="0"/>
              <a:pPr>
                <a:defRPr/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753953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CIE 415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12/06/24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471EE23-E509-414A-BE1D-F14D93A17327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671993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CIE 415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12/06/24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471EE23-E509-414A-BE1D-F14D93A17327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515571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CIE 415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12/06/24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471EE23-E509-414A-BE1D-F14D93A17327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690351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A1272-A6E9-858E-C701-3544A0CD3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00615D-24C6-9257-26C6-E75A372DAA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75E31E-B097-4DEA-4A58-DB189CC871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1392BC23-8E34-B080-A59F-AE8226AB025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CIE 415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631B37-03D2-1293-D11F-8843F4F3899B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12/06/24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FDD021-DC14-3202-ACA3-F165F92E2A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471EE23-E509-414A-BE1D-F14D93A17327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86989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CIE 415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12/06/24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471EE23-E509-414A-BE1D-F14D93A17327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632080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CIE 415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12/06/24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471EE23-E509-414A-BE1D-F14D93A17327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026284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CIE 415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12/06/24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471EE23-E509-414A-BE1D-F14D93A17327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861097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CIE 415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12/06/24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471EE23-E509-414A-BE1D-F14D93A17327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007639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B32A4-32D4-2D6D-B4D1-992BE8322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EA6FB6-401E-54D2-0DD3-7FC82B02CC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75BB3B-03CF-2F31-C9C3-A79269DCAC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7CE7CAA6-DF39-0134-936C-72A54CE9E5BC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CIE 415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6AF19A-5E5B-7C06-565E-C38B9B3F0D32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12/06/24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E1663-F047-D3BF-26FB-0AF5845209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471EE23-E509-414A-BE1D-F14D93A17327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896019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" y="0"/>
            <a:ext cx="12188951" cy="6857998"/>
          </a:xfrm>
          <a:prstGeom prst="rect">
            <a:avLst/>
          </a:prstGeom>
        </p:spPr>
      </p:pic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58368" y="3968498"/>
            <a:ext cx="6638544" cy="1650381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buNone/>
              <a:defRPr sz="2100" b="0" i="0">
                <a:solidFill>
                  <a:schemeClr val="tx1"/>
                </a:solidFill>
                <a:latin typeface="+mj-lt"/>
                <a:ea typeface="Georgia" charset="0"/>
                <a:cs typeface="Georgia" charset="0"/>
              </a:defRPr>
            </a:lvl1pPr>
          </a:lstStyle>
          <a:p>
            <a:pPr lvl="0"/>
            <a:r>
              <a:rPr lang="en-US"/>
              <a:t>Sub-topic</a:t>
            </a:r>
          </a:p>
        </p:txBody>
      </p:sp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1490472"/>
            <a:ext cx="6638544" cy="2386584"/>
          </a:xfrm>
          <a:prstGeom prst="rect">
            <a:avLst/>
          </a:prstGeom>
          <a:ln>
            <a:noFill/>
          </a:ln>
        </p:spPr>
        <p:txBody>
          <a:bodyPr lIns="0" anchor="b">
            <a:noAutofit/>
          </a:bodyPr>
          <a:lstStyle>
            <a:lvl1pPr algn="l">
              <a:lnSpc>
                <a:spcPts val="4350"/>
              </a:lnSpc>
              <a:defRPr sz="4500" b="1" i="0" cap="all" baseline="0">
                <a:solidFill>
                  <a:srgbClr val="005BBB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/>
              <a:t>Presentation</a:t>
            </a:r>
            <a:br>
              <a:rPr lang="en-US"/>
            </a:br>
            <a:r>
              <a:rPr lang="en-US"/>
              <a:t>Title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369" y="5367528"/>
            <a:ext cx="2843417" cy="653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481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276A52-ADE0-488B-A840-3517B93DF66E}" type="datetime1">
              <a:rPr lang="en-US" altLang="en-US" smtClean="0"/>
              <a:t>5/4/2026</a:t>
            </a:fld>
            <a:endParaRPr lang="en-US" alt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8C72FF-AB0D-4E17-BF32-6D863F157C0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104924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566928" y="2185418"/>
            <a:ext cx="8557757" cy="3732425"/>
          </a:xfrm>
          <a:prstGeom prst="rect">
            <a:avLst/>
          </a:prstGeom>
        </p:spPr>
        <p:txBody>
          <a:bodyPr lIns="182880" rIns="182880">
            <a:noAutofit/>
          </a:bodyPr>
          <a:lstStyle>
            <a:lvl1pPr marL="342900" marR="0" indent="-30480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5BBB"/>
              </a:buClr>
              <a:buSzPct val="109000"/>
              <a:buFont typeface="Arial" charset="0"/>
              <a:buChar char="•"/>
              <a:tabLst/>
              <a:defRPr sz="1500" b="0" i="0" spc="-38" baseline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  <a:p>
            <a:r>
              <a:rPr lang="en-US" err="1"/>
              <a:t>Quisque</a:t>
            </a:r>
            <a:r>
              <a:rPr lang="en-US"/>
              <a:t> ac </a:t>
            </a:r>
            <a:r>
              <a:rPr lang="en-US" err="1"/>
              <a:t>orci</a:t>
            </a:r>
            <a:r>
              <a:rPr lang="en-US"/>
              <a:t> in </a:t>
            </a:r>
            <a:r>
              <a:rPr lang="en-US" err="1"/>
              <a:t>turpis</a:t>
            </a:r>
            <a:r>
              <a:rPr lang="en-US"/>
              <a:t> </a:t>
            </a:r>
            <a:r>
              <a:rPr lang="en-US" err="1"/>
              <a:t>dapibus</a:t>
            </a:r>
            <a:r>
              <a:rPr lang="en-US"/>
              <a:t> </a:t>
            </a:r>
            <a:r>
              <a:rPr lang="en-US" err="1"/>
              <a:t>sagittis</a:t>
            </a:r>
            <a:r>
              <a:rPr lang="en-US"/>
              <a:t>.</a:t>
            </a:r>
          </a:p>
          <a:p>
            <a:r>
              <a:rPr lang="en-US" err="1"/>
              <a:t>Donec</a:t>
            </a:r>
            <a:r>
              <a:rPr lang="en-US"/>
              <a:t> vitae </a:t>
            </a:r>
            <a:r>
              <a:rPr lang="en-US" err="1"/>
              <a:t>justo</a:t>
            </a:r>
            <a:r>
              <a:rPr lang="en-US"/>
              <a:t> et </a:t>
            </a:r>
            <a:r>
              <a:rPr lang="en-US" err="1"/>
              <a:t>neque</a:t>
            </a:r>
            <a:r>
              <a:rPr lang="en-US"/>
              <a:t> </a:t>
            </a:r>
            <a:r>
              <a:rPr lang="en-US" err="1"/>
              <a:t>mollis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.</a:t>
            </a:r>
          </a:p>
          <a:p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ex </a:t>
            </a:r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  <a:p>
            <a:r>
              <a:rPr lang="en-US" err="1"/>
              <a:t>Cras</a:t>
            </a:r>
            <a:r>
              <a:rPr lang="en-US"/>
              <a:t> </a:t>
            </a:r>
            <a:r>
              <a:rPr lang="en-US" err="1"/>
              <a:t>lacinia</a:t>
            </a:r>
            <a:r>
              <a:rPr lang="en-US"/>
              <a:t> </a:t>
            </a:r>
            <a:r>
              <a:rPr lang="en-US" err="1"/>
              <a:t>est</a:t>
            </a:r>
            <a:r>
              <a:rPr lang="en-US"/>
              <a:t> ac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dignissim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.</a:t>
            </a:r>
          </a:p>
          <a:p>
            <a:r>
              <a:rPr lang="en-US" err="1"/>
              <a:t>Duis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</a:t>
            </a:r>
            <a:r>
              <a:rPr lang="en-US" err="1"/>
              <a:t>facilisis</a:t>
            </a:r>
            <a:r>
              <a:rPr lang="en-US"/>
              <a:t> </a:t>
            </a:r>
            <a:r>
              <a:rPr lang="en-US" err="1"/>
              <a:t>turpis</a:t>
            </a:r>
            <a:r>
              <a:rPr lang="en-US"/>
              <a:t> </a:t>
            </a:r>
            <a:r>
              <a:rPr lang="en-US" err="1"/>
              <a:t>sodales</a:t>
            </a:r>
            <a:r>
              <a:rPr lang="en-US"/>
              <a:t> </a:t>
            </a:r>
            <a:r>
              <a:rPr lang="en-US" err="1"/>
              <a:t>placerat</a:t>
            </a:r>
            <a:r>
              <a:rPr lang="en-US"/>
              <a:t>.</a:t>
            </a:r>
          </a:p>
          <a:p>
            <a:r>
              <a:rPr lang="en-US"/>
              <a:t>Justo et neque odio facilisis turpis </a:t>
            </a:r>
            <a:r>
              <a:rPr lang="en-US" err="1"/>
              <a:t>sodales</a:t>
            </a:r>
            <a:r>
              <a:rPr lang="en-US"/>
              <a:t> placerat.</a:t>
            </a:r>
          </a:p>
        </p:txBody>
      </p:sp>
      <p:sp>
        <p:nvSpPr>
          <p:cNvPr id="6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566928" y="1316736"/>
            <a:ext cx="10515600" cy="86843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 b="0" baseline="0"/>
            </a:lvl1pPr>
          </a:lstStyle>
          <a:p>
            <a:r>
              <a:rPr lang="en-US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310364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68639" y="0"/>
            <a:ext cx="1169605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6" algn="ctr"/>
            <a:r>
              <a:rPr lang="en-US" sz="1800">
                <a:latin typeface="Arial" charset="0"/>
              </a:rPr>
              <a:t>‘-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2045779" y="1023930"/>
            <a:ext cx="8557756" cy="1402691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algn="l" defTabSz="6858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Effra Trial Heavy" charset="0"/>
                <a:ea typeface="Effra Trial Heavy" charset="0"/>
                <a:cs typeface="Effra Trial Heavy" charset="0"/>
              </a:defRPr>
            </a:lvl1pPr>
          </a:lstStyle>
          <a:p>
            <a:endParaRPr lang="en-US" sz="3600">
              <a:latin typeface="Georgia" charset="0"/>
              <a:ea typeface="Georgia" charset="0"/>
              <a:cs typeface="Georgia" charset="0"/>
            </a:endParaRPr>
          </a:p>
        </p:txBody>
      </p:sp>
      <p:sp>
        <p:nvSpPr>
          <p:cNvPr id="9" name="Text Placeholder 2"/>
          <p:cNvSpPr txBox="1">
            <a:spLocks/>
          </p:cNvSpPr>
          <p:nvPr/>
        </p:nvSpPr>
        <p:spPr>
          <a:xfrm>
            <a:off x="2045779" y="2555890"/>
            <a:ext cx="8557756" cy="30782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buFont typeface="Arial" panose="020B0604020202020204" pitchFamily="34" charset="0"/>
              <a:buNone/>
              <a:defRPr sz="1200" b="0" i="0" kern="1200">
                <a:solidFill>
                  <a:srgbClr val="828383"/>
                </a:solidFill>
                <a:latin typeface="Museo Slab 100" charset="0"/>
                <a:ea typeface="Museo Slab 100" charset="0"/>
                <a:cs typeface="Museo Slab 100" charset="0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200"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951" cy="6857998"/>
          </a:xfrm>
          <a:prstGeom prst="rect">
            <a:avLst/>
          </a:prstGeom>
        </p:spPr>
      </p:pic>
      <p:sp>
        <p:nvSpPr>
          <p:cNvPr id="12" name="Text Placeholder 11"/>
          <p:cNvSpPr>
            <a:spLocks noGrp="1"/>
          </p:cNvSpPr>
          <p:nvPr>
            <p:ph type="body" idx="1"/>
          </p:nvPr>
        </p:nvSpPr>
        <p:spPr>
          <a:xfrm>
            <a:off x="566928" y="2320111"/>
            <a:ext cx="10515600" cy="38133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Title Placeholder 12"/>
          <p:cNvSpPr>
            <a:spLocks noGrp="1"/>
          </p:cNvSpPr>
          <p:nvPr>
            <p:ph type="title"/>
          </p:nvPr>
        </p:nvSpPr>
        <p:spPr>
          <a:xfrm>
            <a:off x="566928" y="1316736"/>
            <a:ext cx="10515600" cy="86843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n-US"/>
              <a:t>Click to edit title</a:t>
            </a:r>
          </a:p>
        </p:txBody>
      </p:sp>
      <p:sp>
        <p:nvSpPr>
          <p:cNvPr id="11" name="Slide Number Placeholder 6"/>
          <p:cNvSpPr txBox="1">
            <a:spLocks/>
          </p:cNvSpPr>
          <p:nvPr/>
        </p:nvSpPr>
        <p:spPr>
          <a:xfrm>
            <a:off x="10255504" y="6240989"/>
            <a:ext cx="725424" cy="5345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685800" rtl="0" eaLnBrk="1" latinLnBrk="0" hangingPunct="1">
              <a:defRPr sz="1000" b="1" i="0" kern="1200">
                <a:solidFill>
                  <a:srgbClr val="828383"/>
                </a:solidFill>
                <a:latin typeface="Museo Slab 900" charset="0"/>
                <a:ea typeface="Museo Slab 900" charset="0"/>
                <a:cs typeface="Museo Slab 900" charset="0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15D2C3-7EB9-F849-9C19-1CC92E2870ED}" type="slidenum">
              <a:rPr lang="en-US" sz="1200" b="1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pPr/>
              <a:t>‹#›</a:t>
            </a:fld>
            <a:endParaRPr lang="en-US" sz="1200" b="1">
              <a:solidFill>
                <a:schemeClr val="tx1"/>
              </a:solidFill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798" y="184972"/>
            <a:ext cx="2843417" cy="653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318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83" r:id="rId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250" b="0" kern="1200">
          <a:solidFill>
            <a:schemeClr val="tx2"/>
          </a:solidFill>
          <a:latin typeface="+mj-lt"/>
          <a:ea typeface="Georgia" charset="0"/>
          <a:cs typeface="Georgia" charset="0"/>
        </a:defRPr>
      </a:lvl1pPr>
    </p:titleStyle>
    <p:bodyStyle>
      <a:lvl1pPr marL="171450" indent="-171450" algn="l" defTabSz="685800" rtl="0" eaLnBrk="1" latinLnBrk="0" hangingPunct="1">
        <a:lnSpc>
          <a:spcPct val="100000"/>
        </a:lnSpc>
        <a:spcBef>
          <a:spcPts val="750"/>
        </a:spcBef>
        <a:buClr>
          <a:srgbClr val="005BBB"/>
        </a:buClr>
        <a:buFont typeface="Arial" panose="020B0604020202020204" pitchFamily="34" charset="0"/>
        <a:buChar char="•"/>
        <a:defRPr sz="1500" kern="1200" baseline="0">
          <a:solidFill>
            <a:schemeClr val="tx1"/>
          </a:solidFill>
          <a:latin typeface="Arial" charset="0"/>
          <a:ea typeface="Arial" charset="0"/>
          <a:cs typeface="Arial" charset="0"/>
        </a:defRPr>
      </a:lvl1pPr>
      <a:lvl2pPr marL="514350" indent="-171450" algn="l" defTabSz="685800" rtl="0" eaLnBrk="1" latinLnBrk="0" hangingPunct="1">
        <a:lnSpc>
          <a:spcPct val="100000"/>
        </a:lnSpc>
        <a:spcBef>
          <a:spcPts val="375"/>
        </a:spcBef>
        <a:buClr>
          <a:srgbClr val="005BBB"/>
        </a:buClr>
        <a:buFont typeface="Arial" panose="020B0604020202020204" pitchFamily="34" charset="0"/>
        <a:buChar char="•"/>
        <a:defRPr sz="1500" kern="1200" baseline="0">
          <a:solidFill>
            <a:schemeClr val="tx1"/>
          </a:solidFill>
          <a:latin typeface="Arial" charset="0"/>
          <a:ea typeface="Arial" charset="0"/>
          <a:cs typeface="Arial" charset="0"/>
        </a:defRPr>
      </a:lvl2pPr>
      <a:lvl3pPr marL="857250" indent="-171450" algn="l" defTabSz="685800" rtl="0" eaLnBrk="1" latinLnBrk="0" hangingPunct="1">
        <a:lnSpc>
          <a:spcPct val="100000"/>
        </a:lnSpc>
        <a:spcBef>
          <a:spcPts val="375"/>
        </a:spcBef>
        <a:buClr>
          <a:srgbClr val="005BBB"/>
        </a:buClr>
        <a:buFont typeface="LucidaGrande" charset="0"/>
        <a:buChar char="-"/>
        <a:defRPr sz="1350" kern="1200" baseline="0">
          <a:solidFill>
            <a:schemeClr val="tx1"/>
          </a:solidFill>
          <a:latin typeface="Arial" charset="0"/>
          <a:ea typeface="Arial" charset="0"/>
          <a:cs typeface="Arial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Clr>
          <a:srgbClr val="005BBB"/>
        </a:buClr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rial" charset="0"/>
          <a:ea typeface="Arial" charset="0"/>
          <a:cs typeface="Arial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Clr>
          <a:srgbClr val="005BBB"/>
        </a:buClr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rial" charset="0"/>
          <a:ea typeface="Arial" charset="0"/>
          <a:cs typeface="Arial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80" userDrawn="1">
          <p15:clr>
            <a:srgbClr val="F26B43"/>
          </p15:clr>
        </p15:guide>
        <p15:guide id="2" pos="555" userDrawn="1">
          <p15:clr>
            <a:srgbClr val="F26B43"/>
          </p15:clr>
        </p15:guide>
        <p15:guide id="3" orient="horz" pos="4016" userDrawn="1">
          <p15:clr>
            <a:srgbClr val="F26B43"/>
          </p15:clr>
        </p15:guide>
        <p15:guide id="4" pos="9856" userDrawn="1">
          <p15:clr>
            <a:srgbClr val="F26B43"/>
          </p15:clr>
        </p15:guide>
        <p15:guide id="5" pos="384" userDrawn="1">
          <p15:clr>
            <a:srgbClr val="F26B43"/>
          </p15:clr>
        </p15:guide>
        <p15:guide id="6" pos="5952" userDrawn="1">
          <p15:clr>
            <a:srgbClr val="F26B43"/>
          </p15:clr>
        </p15:guide>
        <p15:guide id="7" pos="6272" userDrawn="1">
          <p15:clr>
            <a:srgbClr val="F26B43"/>
          </p15:clr>
        </p15:guide>
        <p15:guide id="8" pos="6016" userDrawn="1">
          <p15:clr>
            <a:srgbClr val="F26B43"/>
          </p15:clr>
        </p15:guide>
        <p15:guide id="9" orient="horz" pos="1848" userDrawn="1">
          <p15:clr>
            <a:srgbClr val="F26B43"/>
          </p15:clr>
        </p15:guide>
        <p15:guide id="10" orient="horz" pos="1896" userDrawn="1">
          <p15:clr>
            <a:srgbClr val="F26B43"/>
          </p15:clr>
        </p15:guide>
        <p15:guide id="11" orient="horz" pos="2880" userDrawn="1">
          <p15:clr>
            <a:srgbClr val="F26B43"/>
          </p15:clr>
        </p15:guide>
        <p15:guide id="12" orient="horz" pos="2832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68639" y="0"/>
            <a:ext cx="1169605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6" algn="ctr"/>
            <a:r>
              <a:rPr lang="en-US" sz="1800">
                <a:latin typeface="Arial" charset="0"/>
              </a:rPr>
              <a:t>‘-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2045779" y="1023930"/>
            <a:ext cx="8557756" cy="1402691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algn="l" defTabSz="6858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Effra Trial Heavy" charset="0"/>
                <a:ea typeface="Effra Trial Heavy" charset="0"/>
                <a:cs typeface="Effra Trial Heavy" charset="0"/>
              </a:defRPr>
            </a:lvl1pPr>
          </a:lstStyle>
          <a:p>
            <a:endParaRPr lang="en-US" sz="3600">
              <a:latin typeface="Georgia" charset="0"/>
              <a:ea typeface="Georgia" charset="0"/>
              <a:cs typeface="Georgia" charset="0"/>
            </a:endParaRPr>
          </a:p>
        </p:txBody>
      </p:sp>
      <p:sp>
        <p:nvSpPr>
          <p:cNvPr id="9" name="Text Placeholder 2"/>
          <p:cNvSpPr txBox="1">
            <a:spLocks/>
          </p:cNvSpPr>
          <p:nvPr/>
        </p:nvSpPr>
        <p:spPr>
          <a:xfrm>
            <a:off x="2045779" y="2555890"/>
            <a:ext cx="8557756" cy="30782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buFont typeface="Arial" panose="020B0604020202020204" pitchFamily="34" charset="0"/>
              <a:buNone/>
              <a:defRPr sz="1200" b="0" i="0" kern="1200">
                <a:solidFill>
                  <a:srgbClr val="828383"/>
                </a:solidFill>
                <a:latin typeface="Museo Slab 100" charset="0"/>
                <a:ea typeface="Museo Slab 100" charset="0"/>
                <a:cs typeface="Museo Slab 100" charset="0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200"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951" cy="6857998"/>
          </a:xfrm>
          <a:prstGeom prst="rect">
            <a:avLst/>
          </a:prstGeom>
        </p:spPr>
      </p:pic>
      <p:sp>
        <p:nvSpPr>
          <p:cNvPr id="12" name="Text Placeholder 11"/>
          <p:cNvSpPr>
            <a:spLocks noGrp="1"/>
          </p:cNvSpPr>
          <p:nvPr>
            <p:ph type="body" idx="1"/>
          </p:nvPr>
        </p:nvSpPr>
        <p:spPr>
          <a:xfrm>
            <a:off x="566928" y="2320111"/>
            <a:ext cx="10515600" cy="38133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Title Placeholder 12"/>
          <p:cNvSpPr>
            <a:spLocks noGrp="1"/>
          </p:cNvSpPr>
          <p:nvPr>
            <p:ph type="title"/>
          </p:nvPr>
        </p:nvSpPr>
        <p:spPr>
          <a:xfrm>
            <a:off x="566928" y="1316736"/>
            <a:ext cx="10515600" cy="86843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n-US"/>
              <a:t>Click to edit title</a:t>
            </a:r>
          </a:p>
        </p:txBody>
      </p:sp>
      <p:sp>
        <p:nvSpPr>
          <p:cNvPr id="11" name="Slide Number Placeholder 6"/>
          <p:cNvSpPr txBox="1">
            <a:spLocks/>
          </p:cNvSpPr>
          <p:nvPr/>
        </p:nvSpPr>
        <p:spPr>
          <a:xfrm>
            <a:off x="10255504" y="6240989"/>
            <a:ext cx="725424" cy="5345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685800" rtl="0" eaLnBrk="1" latinLnBrk="0" hangingPunct="1">
              <a:defRPr sz="1000" b="1" i="0" kern="1200">
                <a:solidFill>
                  <a:srgbClr val="828383"/>
                </a:solidFill>
                <a:latin typeface="Museo Slab 900" charset="0"/>
                <a:ea typeface="Museo Slab 900" charset="0"/>
                <a:cs typeface="Museo Slab 900" charset="0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15D2C3-7EB9-F849-9C19-1CC92E2870ED}" type="slidenum">
              <a:rPr lang="en-US" sz="1200" b="1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pPr/>
              <a:t>‹#›</a:t>
            </a:fld>
            <a:endParaRPr lang="en-US" sz="1200" b="1">
              <a:solidFill>
                <a:schemeClr val="tx1"/>
              </a:solidFill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798" y="184972"/>
            <a:ext cx="2843417" cy="653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512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250" b="0" kern="1200">
          <a:solidFill>
            <a:schemeClr val="tx2"/>
          </a:solidFill>
          <a:latin typeface="+mj-lt"/>
          <a:ea typeface="Georgia" charset="0"/>
          <a:cs typeface="Georgia" charset="0"/>
        </a:defRPr>
      </a:lvl1pPr>
    </p:titleStyle>
    <p:bodyStyle>
      <a:lvl1pPr marL="171450" indent="-171450" algn="l" defTabSz="685800" rtl="0" eaLnBrk="1" latinLnBrk="0" hangingPunct="1">
        <a:lnSpc>
          <a:spcPct val="100000"/>
        </a:lnSpc>
        <a:spcBef>
          <a:spcPts val="750"/>
        </a:spcBef>
        <a:buClr>
          <a:srgbClr val="005BBB"/>
        </a:buClr>
        <a:buFont typeface="Arial" panose="020B0604020202020204" pitchFamily="34" charset="0"/>
        <a:buChar char="•"/>
        <a:defRPr sz="1500" kern="1200" baseline="0">
          <a:solidFill>
            <a:schemeClr val="tx1"/>
          </a:solidFill>
          <a:latin typeface="Arial" charset="0"/>
          <a:ea typeface="Arial" charset="0"/>
          <a:cs typeface="Arial" charset="0"/>
        </a:defRPr>
      </a:lvl1pPr>
      <a:lvl2pPr marL="514350" indent="-171450" algn="l" defTabSz="685800" rtl="0" eaLnBrk="1" latinLnBrk="0" hangingPunct="1">
        <a:lnSpc>
          <a:spcPct val="100000"/>
        </a:lnSpc>
        <a:spcBef>
          <a:spcPts val="375"/>
        </a:spcBef>
        <a:buClr>
          <a:srgbClr val="005BBB"/>
        </a:buClr>
        <a:buFont typeface="Arial" panose="020B0604020202020204" pitchFamily="34" charset="0"/>
        <a:buChar char="•"/>
        <a:defRPr sz="1500" kern="1200" baseline="0">
          <a:solidFill>
            <a:schemeClr val="tx1"/>
          </a:solidFill>
          <a:latin typeface="Arial" charset="0"/>
          <a:ea typeface="Arial" charset="0"/>
          <a:cs typeface="Arial" charset="0"/>
        </a:defRPr>
      </a:lvl2pPr>
      <a:lvl3pPr marL="857250" indent="-171450" algn="l" defTabSz="685800" rtl="0" eaLnBrk="1" latinLnBrk="0" hangingPunct="1">
        <a:lnSpc>
          <a:spcPct val="100000"/>
        </a:lnSpc>
        <a:spcBef>
          <a:spcPts val="375"/>
        </a:spcBef>
        <a:buClr>
          <a:srgbClr val="005BBB"/>
        </a:buClr>
        <a:buFont typeface="LucidaGrande" charset="0"/>
        <a:buChar char="-"/>
        <a:defRPr sz="1350" kern="1200" baseline="0">
          <a:solidFill>
            <a:schemeClr val="tx1"/>
          </a:solidFill>
          <a:latin typeface="Arial" charset="0"/>
          <a:ea typeface="Arial" charset="0"/>
          <a:cs typeface="Arial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Clr>
          <a:srgbClr val="005BBB"/>
        </a:buClr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rial" charset="0"/>
          <a:ea typeface="Arial" charset="0"/>
          <a:cs typeface="Arial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Clr>
          <a:srgbClr val="005BBB"/>
        </a:buClr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rial" charset="0"/>
          <a:ea typeface="Arial" charset="0"/>
          <a:cs typeface="Arial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80" userDrawn="1">
          <p15:clr>
            <a:srgbClr val="F26B43"/>
          </p15:clr>
        </p15:guide>
        <p15:guide id="2" pos="555" userDrawn="1">
          <p15:clr>
            <a:srgbClr val="F26B43"/>
          </p15:clr>
        </p15:guide>
        <p15:guide id="3" orient="horz" pos="4016" userDrawn="1">
          <p15:clr>
            <a:srgbClr val="F26B43"/>
          </p15:clr>
        </p15:guide>
        <p15:guide id="4" pos="9856" userDrawn="1">
          <p15:clr>
            <a:srgbClr val="F26B43"/>
          </p15:clr>
        </p15:guide>
        <p15:guide id="5" pos="384" userDrawn="1">
          <p15:clr>
            <a:srgbClr val="F26B43"/>
          </p15:clr>
        </p15:guide>
        <p15:guide id="6" pos="5952" userDrawn="1">
          <p15:clr>
            <a:srgbClr val="F26B43"/>
          </p15:clr>
        </p15:guide>
        <p15:guide id="7" pos="6272" userDrawn="1">
          <p15:clr>
            <a:srgbClr val="F26B43"/>
          </p15:clr>
        </p15:guide>
        <p15:guide id="8" pos="6016" userDrawn="1">
          <p15:clr>
            <a:srgbClr val="F26B43"/>
          </p15:clr>
        </p15:guide>
        <p15:guide id="9" orient="horz" pos="1848" userDrawn="1">
          <p15:clr>
            <a:srgbClr val="F26B43"/>
          </p15:clr>
        </p15:guide>
        <p15:guide id="10" orient="horz" pos="1896" userDrawn="1">
          <p15:clr>
            <a:srgbClr val="F26B43"/>
          </p15:clr>
        </p15:guide>
        <p15:guide id="11" orient="horz" pos="2880" userDrawn="1">
          <p15:clr>
            <a:srgbClr val="F26B43"/>
          </p15:clr>
        </p15:guide>
        <p15:guide id="12" orient="horz" pos="283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hyperlink" Target="https://suny-buffalo.maps.arcgis.com/apps/mapviewer/index.html?webmap=ef14548f0aea4a70908d02229a9b149b" TargetMode="External"/><Relationship Id="rId3" Type="http://schemas.openxmlformats.org/officeDocument/2006/relationships/hyperlink" Target="https://hazards-fema.maps.arcgis.com/apps/webappviewer/index.html?id=8b0adb51996444d4879338b5529aa9cd" TargetMode="External"/><Relationship Id="rId7" Type="http://schemas.openxmlformats.org/officeDocument/2006/relationships/hyperlink" Target="https://www.ncei.noaa.gov/access/past-weather/" TargetMode="External"/><Relationship Id="rId2" Type="http://schemas.openxmlformats.org/officeDocument/2006/relationships/hyperlink" Target="https://data.census.gov/" TargetMode="Externa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rgis.unm.edu/rgis6/" TargetMode="External"/><Relationship Id="rId5" Type="http://schemas.openxmlformats.org/officeDocument/2006/relationships/hyperlink" Target="https://earth.google.com/web" TargetMode="External"/><Relationship Id="rId4" Type="http://schemas.openxmlformats.org/officeDocument/2006/relationships/hyperlink" Target="https://dashboard.waterdata.usgs.gov/app/nwd/en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730946" y="280171"/>
            <a:ext cx="4570102" cy="1766692"/>
          </a:xfrm>
        </p:spPr>
        <p:txBody>
          <a:bodyPr/>
          <a:lstStyle/>
          <a:p>
            <a:pPr>
              <a:defRPr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</a:rPr>
              <a:t>CIE 500</a:t>
            </a:r>
          </a:p>
          <a:p>
            <a:pPr>
              <a:defRPr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</a:rPr>
              <a:t>AI &amp; Complex Networks Infrastructure Systems</a:t>
            </a:r>
          </a:p>
          <a:p>
            <a:pPr>
              <a:defRPr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</a:rPr>
              <a:t>Spring 2026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730946" y="2046864"/>
            <a:ext cx="5855205" cy="2764274"/>
          </a:xfrm>
        </p:spPr>
        <p:txBody>
          <a:bodyPr/>
          <a:lstStyle/>
          <a:p>
            <a:pPr>
              <a:lnSpc>
                <a:spcPts val="5000"/>
              </a:lnSpc>
            </a:pPr>
            <a:r>
              <a:rPr lang="en-US" sz="4000" b="0" cap="none" dirty="0">
                <a:latin typeface="Arial"/>
                <a:cs typeface="Arial"/>
              </a:rPr>
              <a:t>Impact of Urbanization on Flooding</a:t>
            </a:r>
            <a:br>
              <a:rPr lang="en-US" sz="4000" b="0" cap="none" dirty="0">
                <a:latin typeface="Arial"/>
                <a:cs typeface="Arial"/>
              </a:rPr>
            </a:br>
            <a:r>
              <a:rPr lang="en-US" sz="3200" b="0" cap="none" dirty="0">
                <a:latin typeface="Arial"/>
                <a:cs typeface="Arial"/>
              </a:rPr>
              <a:t>Maxwell Moshier</a:t>
            </a:r>
            <a:br>
              <a:rPr lang="en-US" sz="3600" b="0" cap="none" dirty="0"/>
            </a:br>
            <a:r>
              <a:rPr lang="en-US" sz="3200" b="0" cap="none" dirty="0">
                <a:latin typeface="Arial"/>
                <a:cs typeface="Arial"/>
              </a:rPr>
              <a:t>May 4, 2026</a:t>
            </a:r>
          </a:p>
        </p:txBody>
      </p:sp>
    </p:spTree>
    <p:extLst>
      <p:ext uri="{BB962C8B-B14F-4D97-AF65-F5344CB8AC3E}">
        <p14:creationId xmlns:p14="http://schemas.microsoft.com/office/powerpoint/2010/main" val="24753951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179729A-E382-FA6C-8104-F2166E390D5D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66928" y="2185418"/>
            <a:ext cx="10900141" cy="3732425"/>
          </a:xfrm>
        </p:spPr>
        <p:txBody>
          <a:bodyPr/>
          <a:lstStyle/>
          <a:p>
            <a:r>
              <a:rPr lang="en-US" sz="2000" dirty="0">
                <a:solidFill>
                  <a:srgbClr val="000000"/>
                </a:solidFill>
              </a:rPr>
              <a:t>Increasing Urbanization can lead to an increased risk of flooding. </a:t>
            </a:r>
          </a:p>
          <a:p>
            <a:pPr marL="38100" indent="0">
              <a:buNone/>
            </a:pPr>
            <a:endParaRPr lang="en-US" sz="2000" dirty="0">
              <a:solidFill>
                <a:srgbClr val="000000"/>
              </a:solidFill>
            </a:endParaRPr>
          </a:p>
          <a:p>
            <a:pPr marL="38100" indent="0">
              <a:buNone/>
            </a:pPr>
            <a:endParaRPr lang="en-US" sz="2000" dirty="0">
              <a:solidFill>
                <a:srgbClr val="000000"/>
              </a:solidFill>
            </a:endParaRPr>
          </a:p>
          <a:p>
            <a:r>
              <a:rPr lang="en-US" sz="2000" dirty="0">
                <a:solidFill>
                  <a:srgbClr val="000000"/>
                </a:solidFill>
              </a:rPr>
              <a:t>This is due to there being less infiltration and higher surface runoff in these urbanized areas. </a:t>
            </a:r>
          </a:p>
          <a:p>
            <a:pPr marL="38100" indent="0">
              <a:buNone/>
            </a:pPr>
            <a:endParaRPr lang="en-US" sz="2000" dirty="0">
              <a:solidFill>
                <a:srgbClr val="000000"/>
              </a:solidFill>
            </a:endParaRPr>
          </a:p>
          <a:p>
            <a:pPr marL="38100" indent="0">
              <a:buNone/>
            </a:pPr>
            <a:endParaRPr lang="en-US" sz="2000" dirty="0">
              <a:solidFill>
                <a:srgbClr val="000000"/>
              </a:solidFill>
            </a:endParaRPr>
          </a:p>
          <a:p>
            <a:r>
              <a:rPr lang="en-US" sz="2000" b="1" dirty="0">
                <a:solidFill>
                  <a:srgbClr val="000000"/>
                </a:solidFill>
              </a:rPr>
              <a:t>Target: </a:t>
            </a:r>
            <a:r>
              <a:rPr lang="en-US" sz="2000" dirty="0">
                <a:solidFill>
                  <a:srgbClr val="000000"/>
                </a:solidFill>
              </a:rPr>
              <a:t>Develop a model which can predict flood risk in urbanized areas. </a:t>
            </a:r>
          </a:p>
          <a:p>
            <a:endParaRPr lang="en-US" sz="2000" dirty="0">
              <a:solidFill>
                <a:srgbClr val="000000"/>
              </a:solidFill>
            </a:endParaRPr>
          </a:p>
          <a:p>
            <a:endParaRPr lang="en-US" sz="2000" dirty="0">
              <a:solidFill>
                <a:srgbClr val="000000"/>
              </a:solidFill>
            </a:endParaRPr>
          </a:p>
          <a:p>
            <a:r>
              <a:rPr lang="en-US" sz="2000" dirty="0">
                <a:solidFill>
                  <a:srgbClr val="000000"/>
                </a:solidFill>
              </a:rPr>
              <a:t>A supervised model will be used because we are trying to predict (classify) flood risk.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38B4009-08FD-6563-C0E8-31264BCE1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Motivation</a:t>
            </a:r>
          </a:p>
        </p:txBody>
      </p:sp>
    </p:spTree>
    <p:extLst>
      <p:ext uri="{BB962C8B-B14F-4D97-AF65-F5344CB8AC3E}">
        <p14:creationId xmlns:p14="http://schemas.microsoft.com/office/powerpoint/2010/main" val="6603371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F31487C-5C67-3A79-C06D-91EC87174253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38100" indent="0">
              <a:buNone/>
            </a:pPr>
            <a:r>
              <a:rPr lang="en-US" sz="1800" u="sng" dirty="0">
                <a:solidFill>
                  <a:srgbClr val="000000"/>
                </a:solidFill>
              </a:rPr>
              <a:t>Step 1:</a:t>
            </a:r>
            <a:r>
              <a:rPr lang="en-US" sz="1800" dirty="0">
                <a:solidFill>
                  <a:srgbClr val="000000"/>
                </a:solidFill>
              </a:rPr>
              <a:t> Identify study area for the model.</a:t>
            </a:r>
          </a:p>
          <a:p>
            <a:pPr marL="38100" indent="0">
              <a:buNone/>
            </a:pPr>
            <a:endParaRPr lang="en-US" sz="1800" dirty="0">
              <a:solidFill>
                <a:srgbClr val="000000"/>
              </a:solidFill>
            </a:endParaRPr>
          </a:p>
          <a:p>
            <a:pPr marL="38100" indent="0">
              <a:buNone/>
            </a:pPr>
            <a:r>
              <a:rPr lang="en-US" sz="1800" u="sng" dirty="0">
                <a:solidFill>
                  <a:srgbClr val="000000"/>
                </a:solidFill>
              </a:rPr>
              <a:t>Step 2:</a:t>
            </a:r>
            <a:r>
              <a:rPr lang="en-US" sz="1800" dirty="0">
                <a:solidFill>
                  <a:srgbClr val="000000"/>
                </a:solidFill>
              </a:rPr>
              <a:t> Identify the necessary datasets for the model. </a:t>
            </a:r>
          </a:p>
          <a:p>
            <a:pPr marL="38100" indent="0">
              <a:buNone/>
            </a:pPr>
            <a:endParaRPr lang="en-US" sz="1800" dirty="0">
              <a:solidFill>
                <a:srgbClr val="000000"/>
              </a:solidFill>
            </a:endParaRPr>
          </a:p>
          <a:p>
            <a:pPr marL="38100" indent="0">
              <a:buNone/>
            </a:pPr>
            <a:r>
              <a:rPr lang="en-US" sz="1800" u="sng" dirty="0">
                <a:solidFill>
                  <a:srgbClr val="000000"/>
                </a:solidFill>
              </a:rPr>
              <a:t>Step 3:</a:t>
            </a:r>
            <a:r>
              <a:rPr lang="en-US" sz="1800" dirty="0">
                <a:solidFill>
                  <a:srgbClr val="000000"/>
                </a:solidFill>
              </a:rPr>
              <a:t> Implement all data into one file.</a:t>
            </a:r>
          </a:p>
          <a:p>
            <a:pPr marL="38100" indent="0">
              <a:buNone/>
            </a:pPr>
            <a:endParaRPr lang="en-US" sz="1800" dirty="0">
              <a:solidFill>
                <a:srgbClr val="000000"/>
              </a:solidFill>
            </a:endParaRPr>
          </a:p>
          <a:p>
            <a:pPr marL="38100" indent="0">
              <a:buNone/>
            </a:pPr>
            <a:r>
              <a:rPr lang="en-US" sz="1800" u="sng" dirty="0">
                <a:solidFill>
                  <a:srgbClr val="000000"/>
                </a:solidFill>
              </a:rPr>
              <a:t>Step 4:</a:t>
            </a:r>
            <a:r>
              <a:rPr lang="en-US" sz="1800" dirty="0">
                <a:solidFill>
                  <a:srgbClr val="000000"/>
                </a:solidFill>
              </a:rPr>
              <a:t> Split the data into train/validate/split.</a:t>
            </a:r>
          </a:p>
          <a:p>
            <a:pPr marL="38100" indent="0">
              <a:buNone/>
            </a:pPr>
            <a:endParaRPr lang="en-US" sz="1800" dirty="0">
              <a:solidFill>
                <a:srgbClr val="000000"/>
              </a:solidFill>
            </a:endParaRPr>
          </a:p>
          <a:p>
            <a:pPr marL="38100" indent="0">
              <a:buNone/>
            </a:pPr>
            <a:r>
              <a:rPr lang="en-US" sz="1800" u="sng" dirty="0">
                <a:solidFill>
                  <a:srgbClr val="000000"/>
                </a:solidFill>
              </a:rPr>
              <a:t>Step 5:</a:t>
            </a:r>
            <a:r>
              <a:rPr lang="en-US" sz="1800" dirty="0">
                <a:solidFill>
                  <a:srgbClr val="000000"/>
                </a:solidFill>
              </a:rPr>
              <a:t> Utilize Random forest to train the model. </a:t>
            </a:r>
          </a:p>
          <a:p>
            <a:pPr marL="38100" indent="0">
              <a:buNone/>
            </a:pPr>
            <a:endParaRPr lang="en-US" sz="1800" dirty="0">
              <a:solidFill>
                <a:srgbClr val="000000"/>
              </a:solidFill>
            </a:endParaRPr>
          </a:p>
          <a:p>
            <a:pPr marL="38100" indent="0">
              <a:buNone/>
            </a:pPr>
            <a:r>
              <a:rPr lang="en-US" sz="1800" u="sng" dirty="0">
                <a:solidFill>
                  <a:srgbClr val="000000"/>
                </a:solidFill>
              </a:rPr>
              <a:t>Step 6:</a:t>
            </a:r>
            <a:r>
              <a:rPr lang="en-US" sz="1800" dirty="0">
                <a:solidFill>
                  <a:srgbClr val="000000"/>
                </a:solidFill>
              </a:rPr>
              <a:t> Run a final evaluation of the model.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8A165E6-8C9C-A9E3-7A52-496DAB158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Methodology</a:t>
            </a:r>
          </a:p>
        </p:txBody>
      </p:sp>
    </p:spTree>
    <p:extLst>
      <p:ext uri="{BB962C8B-B14F-4D97-AF65-F5344CB8AC3E}">
        <p14:creationId xmlns:p14="http://schemas.microsoft.com/office/powerpoint/2010/main" val="16450803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EC9A23-91C5-BC56-3C20-F2CF8A9EC1A6}"/>
              </a:ext>
            </a:extLst>
          </p:cNvPr>
          <p:cNvSpPr txBox="1"/>
          <p:nvPr/>
        </p:nvSpPr>
        <p:spPr>
          <a:xfrm>
            <a:off x="605481" y="1210962"/>
            <a:ext cx="49179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1"/>
                </a:solidFill>
              </a:rPr>
              <a:t>Study Area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FE1D36-64D7-6FE6-CDDB-73BBC8F684AE}"/>
              </a:ext>
            </a:extLst>
          </p:cNvPr>
          <p:cNvSpPr txBox="1"/>
          <p:nvPr/>
        </p:nvSpPr>
        <p:spPr>
          <a:xfrm>
            <a:off x="951469" y="2137719"/>
            <a:ext cx="3175688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solidFill>
                  <a:schemeClr val="tx1">
                    <a:lumMod val="50000"/>
                  </a:schemeClr>
                </a:solidFill>
              </a:rPr>
              <a:t>Rio Grande River:</a:t>
            </a:r>
          </a:p>
          <a:p>
            <a:pPr lvl="0"/>
            <a:endParaRPr lang="en-US" sz="2400" dirty="0"/>
          </a:p>
          <a:p>
            <a:pPr lvl="0"/>
            <a:r>
              <a:rPr lang="en-US" sz="2400" dirty="0">
                <a:solidFill>
                  <a:srgbClr val="000000"/>
                </a:solidFill>
              </a:rPr>
              <a:t>Ohkay Owingeh </a:t>
            </a:r>
          </a:p>
          <a:p>
            <a:pPr lvl="0"/>
            <a:endParaRPr lang="en-US" sz="2400" dirty="0">
              <a:solidFill>
                <a:srgbClr val="000000"/>
              </a:solidFill>
            </a:endParaRPr>
          </a:p>
          <a:p>
            <a:pPr lvl="0"/>
            <a:r>
              <a:rPr lang="en-US" sz="2400" dirty="0">
                <a:solidFill>
                  <a:srgbClr val="000000"/>
                </a:solidFill>
              </a:rPr>
              <a:t>Espanola </a:t>
            </a:r>
          </a:p>
          <a:p>
            <a:pPr lvl="0"/>
            <a:endParaRPr lang="en-US" sz="2400" dirty="0">
              <a:solidFill>
                <a:srgbClr val="000000"/>
              </a:solidFill>
            </a:endParaRPr>
          </a:p>
          <a:p>
            <a:pPr lvl="0"/>
            <a:r>
              <a:rPr lang="en-US" sz="2400" dirty="0">
                <a:solidFill>
                  <a:srgbClr val="000000"/>
                </a:solidFill>
              </a:rPr>
              <a:t>Corrales </a:t>
            </a:r>
          </a:p>
          <a:p>
            <a:pPr lvl="0"/>
            <a:endParaRPr lang="en-US" sz="2400" dirty="0">
              <a:solidFill>
                <a:srgbClr val="000000"/>
              </a:solidFill>
            </a:endParaRPr>
          </a:p>
          <a:p>
            <a:pPr lvl="0"/>
            <a:r>
              <a:rPr lang="en-US" sz="2400" dirty="0">
                <a:solidFill>
                  <a:srgbClr val="000000"/>
                </a:solidFill>
              </a:rPr>
              <a:t>Rio Rancho </a:t>
            </a:r>
          </a:p>
          <a:p>
            <a:pPr lvl="0"/>
            <a:endParaRPr lang="en-US" sz="2400" dirty="0">
              <a:solidFill>
                <a:srgbClr val="000000"/>
              </a:solidFill>
            </a:endParaRPr>
          </a:p>
          <a:p>
            <a:pPr lvl="0"/>
            <a:r>
              <a:rPr lang="en-US" sz="2400" dirty="0">
                <a:solidFill>
                  <a:srgbClr val="000000"/>
                </a:solidFill>
              </a:rPr>
              <a:t>Albuquerque</a:t>
            </a:r>
          </a:p>
          <a:p>
            <a:endParaRPr lang="en-US" dirty="0">
              <a:solidFill>
                <a:schemeClr val="tx1">
                  <a:lumMod val="50000"/>
                </a:schemeClr>
              </a:solidFill>
            </a:endParaRPr>
          </a:p>
          <a:p>
            <a:endParaRPr lang="en-US" u="sng" dirty="0">
              <a:solidFill>
                <a:schemeClr val="tx1">
                  <a:lumMod val="5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A149EE-6877-EEF5-CC4A-3DD1F6B635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0475" y="1020168"/>
            <a:ext cx="4493547" cy="55906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6673F53-D7B1-FF5E-1B0D-58ED5CF7CAD7}"/>
              </a:ext>
            </a:extLst>
          </p:cNvPr>
          <p:cNvSpPr txBox="1"/>
          <p:nvPr/>
        </p:nvSpPr>
        <p:spPr>
          <a:xfrm>
            <a:off x="5523470" y="6610865"/>
            <a:ext cx="46063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tx1">
                    <a:lumMod val="50000"/>
                  </a:schemeClr>
                </a:solidFill>
              </a:rPr>
              <a:t>Figure 1: Image of Rio Grande River (Source: Google Earth 2021).</a:t>
            </a:r>
          </a:p>
        </p:txBody>
      </p:sp>
    </p:spTree>
    <p:extLst>
      <p:ext uri="{BB962C8B-B14F-4D97-AF65-F5344CB8AC3E}">
        <p14:creationId xmlns:p14="http://schemas.microsoft.com/office/powerpoint/2010/main" val="18469822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655129-2086-B5F7-7848-FDDEBD504943}"/>
              </a:ext>
            </a:extLst>
          </p:cNvPr>
          <p:cNvSpPr txBox="1"/>
          <p:nvPr/>
        </p:nvSpPr>
        <p:spPr>
          <a:xfrm>
            <a:off x="432486" y="1149179"/>
            <a:ext cx="35216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tx2"/>
                </a:solidFill>
              </a:rPr>
              <a:t>Datasets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F64191E-0ADF-65FB-1182-BFCB703E0A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9900303"/>
              </p:ext>
            </p:extLst>
          </p:nvPr>
        </p:nvGraphicFramePr>
        <p:xfrm>
          <a:off x="821037" y="2221104"/>
          <a:ext cx="9929340" cy="32694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8466">
                  <a:extLst>
                    <a:ext uri="{9D8B030D-6E8A-4147-A177-3AD203B41FA5}">
                      <a16:colId xmlns:a16="http://schemas.microsoft.com/office/drawing/2014/main" val="2932088823"/>
                    </a:ext>
                  </a:extLst>
                </a:gridCol>
                <a:gridCol w="4670853">
                  <a:extLst>
                    <a:ext uri="{9D8B030D-6E8A-4147-A177-3AD203B41FA5}">
                      <a16:colId xmlns:a16="http://schemas.microsoft.com/office/drawing/2014/main" val="2010377964"/>
                    </a:ext>
                  </a:extLst>
                </a:gridCol>
                <a:gridCol w="3880021">
                  <a:extLst>
                    <a:ext uri="{9D8B030D-6E8A-4147-A177-3AD203B41FA5}">
                      <a16:colId xmlns:a16="http://schemas.microsoft.com/office/drawing/2014/main" val="2067193709"/>
                    </a:ext>
                  </a:extLst>
                </a:gridCol>
              </a:tblGrid>
              <a:tr h="373814">
                <a:tc>
                  <a:txBody>
                    <a:bodyPr/>
                    <a:lstStyle/>
                    <a:p>
                      <a:r>
                        <a:rPr lang="en-US" sz="1800" dirty="0"/>
                        <a:t>Datasets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Purpose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Source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67876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Population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Used to create samples based on areas with varying populations.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New Mexico Resource Graphic Information System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17488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Land 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Used to break up samples based on what the land is being used for.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New Mexico Resource Graphic Information System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0111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Flow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Used to show flow rate in Rio Grande River based on major storm events.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USGS National Water Dashboard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4952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Precipitation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Used to show the amount of rainfall in relevant locations.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National Oceanic and Atmospheric Administration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3629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Flood 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This is the target. It is used to show the locations in the study area that are prone to flooding.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FEMA’s National Flood Hazard Layer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76668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55774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B1CD87D-823C-BE4A-9F97-271DA797C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272" y="1072822"/>
            <a:ext cx="10515600" cy="623753"/>
          </a:xfrm>
        </p:spPr>
        <p:txBody>
          <a:bodyPr/>
          <a:lstStyle/>
          <a:p>
            <a:r>
              <a:rPr lang="en-US" sz="3200" dirty="0"/>
              <a:t>Population Data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0B60DA-90CF-EF45-5251-996511E4473A}"/>
              </a:ext>
            </a:extLst>
          </p:cNvPr>
          <p:cNvSpPr txBox="1"/>
          <p:nvPr/>
        </p:nvSpPr>
        <p:spPr>
          <a:xfrm>
            <a:off x="723035" y="5947895"/>
            <a:ext cx="374607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Figure 2: Population data per tract  (Source: ArcGIS, 2026).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35130F-E9CF-BA75-375D-2E5E5EF169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683" r="10585"/>
          <a:stretch>
            <a:fillRect/>
          </a:stretch>
        </p:blipFill>
        <p:spPr>
          <a:xfrm>
            <a:off x="723035" y="1841958"/>
            <a:ext cx="4399005" cy="408751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6A9A084-0457-6F7D-9ADB-81345E1F53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0649" y="1772068"/>
            <a:ext cx="3746077" cy="410033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5E9EAD2-7323-0E1A-0FB0-E5B8F99BE8E1}"/>
              </a:ext>
            </a:extLst>
          </p:cNvPr>
          <p:cNvSpPr txBox="1"/>
          <p:nvPr/>
        </p:nvSpPr>
        <p:spPr>
          <a:xfrm>
            <a:off x="6900649" y="5872401"/>
            <a:ext cx="455630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Figure 3: Simplified population data per tract  (Source: ArcGIS, 2026).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AC815AF6-5D69-A731-E364-5921FD86A5D7}"/>
              </a:ext>
            </a:extLst>
          </p:cNvPr>
          <p:cNvSpPr/>
          <p:nvPr/>
        </p:nvSpPr>
        <p:spPr>
          <a:xfrm>
            <a:off x="5634463" y="3573837"/>
            <a:ext cx="753763" cy="62375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3395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4FEFF-8E82-3A57-4D3D-2ABE8F360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4B6F09E-2ACF-6A50-75D6-6F5354E6E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272" y="1072822"/>
            <a:ext cx="10515600" cy="623753"/>
          </a:xfrm>
        </p:spPr>
        <p:txBody>
          <a:bodyPr/>
          <a:lstStyle/>
          <a:p>
            <a:r>
              <a:rPr lang="en-US" sz="3200" dirty="0"/>
              <a:t>Population Data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BFB88F-76C8-E1D7-7852-DD6CF900B9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857" y="1696575"/>
            <a:ext cx="9708429" cy="151390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CE56553-D9E6-F640-E4FD-AD9D3A231136}"/>
              </a:ext>
            </a:extLst>
          </p:cNvPr>
          <p:cNvSpPr txBox="1"/>
          <p:nvPr/>
        </p:nvSpPr>
        <p:spPr>
          <a:xfrm>
            <a:off x="674858" y="3429000"/>
            <a:ext cx="231547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Sample 1: 4883</a:t>
            </a:r>
          </a:p>
          <a:p>
            <a:endParaRPr lang="en-US" dirty="0">
              <a:solidFill>
                <a:srgbClr val="000000"/>
              </a:solidFill>
            </a:endParaRPr>
          </a:p>
          <a:p>
            <a:r>
              <a:rPr lang="en-US" dirty="0">
                <a:solidFill>
                  <a:srgbClr val="000000"/>
                </a:solidFill>
              </a:rPr>
              <a:t>Sample 2: 6839</a:t>
            </a:r>
          </a:p>
          <a:p>
            <a:endParaRPr lang="en-US" dirty="0">
              <a:solidFill>
                <a:srgbClr val="000000"/>
              </a:solidFill>
            </a:endParaRPr>
          </a:p>
          <a:p>
            <a:r>
              <a:rPr lang="en-US" dirty="0">
                <a:solidFill>
                  <a:srgbClr val="000000"/>
                </a:solidFill>
              </a:rPr>
              <a:t>Sample 3: 6809</a:t>
            </a:r>
          </a:p>
          <a:p>
            <a:endParaRPr lang="en-US" dirty="0">
              <a:solidFill>
                <a:srgbClr val="000000"/>
              </a:solidFill>
            </a:endParaRPr>
          </a:p>
          <a:p>
            <a:r>
              <a:rPr lang="en-US" dirty="0">
                <a:solidFill>
                  <a:srgbClr val="000000"/>
                </a:solidFill>
              </a:rPr>
              <a:t>Sample 4: 4303</a:t>
            </a:r>
          </a:p>
          <a:p>
            <a:endParaRPr lang="en-US" dirty="0">
              <a:solidFill>
                <a:srgbClr val="000000"/>
              </a:solidFill>
            </a:endParaRPr>
          </a:p>
          <a:p>
            <a:r>
              <a:rPr lang="en-US" dirty="0">
                <a:solidFill>
                  <a:srgbClr val="000000"/>
                </a:solidFill>
              </a:rPr>
              <a:t>Sample 5: 3573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30EDB7-BD7F-1F0E-836F-31A715DFE958}"/>
              </a:ext>
            </a:extLst>
          </p:cNvPr>
          <p:cNvSpPr txBox="1"/>
          <p:nvPr/>
        </p:nvSpPr>
        <p:spPr>
          <a:xfrm>
            <a:off x="2990336" y="3428999"/>
            <a:ext cx="231547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Sample 6: 3510</a:t>
            </a:r>
          </a:p>
          <a:p>
            <a:endParaRPr lang="en-US" dirty="0">
              <a:solidFill>
                <a:srgbClr val="000000"/>
              </a:solidFill>
            </a:endParaRPr>
          </a:p>
          <a:p>
            <a:r>
              <a:rPr lang="en-US" dirty="0">
                <a:solidFill>
                  <a:srgbClr val="000000"/>
                </a:solidFill>
              </a:rPr>
              <a:t>Sample 7: 6541</a:t>
            </a:r>
          </a:p>
          <a:p>
            <a:endParaRPr lang="en-US" dirty="0">
              <a:solidFill>
                <a:srgbClr val="000000"/>
              </a:solidFill>
            </a:endParaRPr>
          </a:p>
          <a:p>
            <a:r>
              <a:rPr lang="en-US" dirty="0">
                <a:solidFill>
                  <a:srgbClr val="000000"/>
                </a:solidFill>
              </a:rPr>
              <a:t>Sample 8: 5195</a:t>
            </a:r>
          </a:p>
          <a:p>
            <a:endParaRPr lang="en-US" dirty="0">
              <a:solidFill>
                <a:srgbClr val="000000"/>
              </a:solidFill>
            </a:endParaRPr>
          </a:p>
          <a:p>
            <a:r>
              <a:rPr lang="en-US" dirty="0">
                <a:solidFill>
                  <a:srgbClr val="000000"/>
                </a:solidFill>
              </a:rPr>
              <a:t>Sample 9: 4814</a:t>
            </a:r>
          </a:p>
          <a:p>
            <a:endParaRPr lang="en-US" dirty="0">
              <a:solidFill>
                <a:srgbClr val="000000"/>
              </a:solidFill>
            </a:endParaRPr>
          </a:p>
          <a:p>
            <a:r>
              <a:rPr lang="en-US" dirty="0">
                <a:solidFill>
                  <a:srgbClr val="000000"/>
                </a:solidFill>
              </a:rPr>
              <a:t>Sample 10: 2699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D44E22-BF4B-F41E-4029-D1B11666B7E6}"/>
              </a:ext>
            </a:extLst>
          </p:cNvPr>
          <p:cNvSpPr txBox="1"/>
          <p:nvPr/>
        </p:nvSpPr>
        <p:spPr>
          <a:xfrm>
            <a:off x="5305814" y="3428999"/>
            <a:ext cx="231547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Sample 11: 1968</a:t>
            </a:r>
          </a:p>
          <a:p>
            <a:endParaRPr lang="en-US" dirty="0">
              <a:solidFill>
                <a:srgbClr val="000000"/>
              </a:solidFill>
            </a:endParaRPr>
          </a:p>
          <a:p>
            <a:r>
              <a:rPr lang="en-US" dirty="0">
                <a:solidFill>
                  <a:srgbClr val="000000"/>
                </a:solidFill>
              </a:rPr>
              <a:t>Sample 12: 3789</a:t>
            </a:r>
          </a:p>
          <a:p>
            <a:endParaRPr lang="en-US" dirty="0">
              <a:solidFill>
                <a:srgbClr val="000000"/>
              </a:solidFill>
            </a:endParaRPr>
          </a:p>
          <a:p>
            <a:r>
              <a:rPr lang="en-US" dirty="0">
                <a:solidFill>
                  <a:srgbClr val="000000"/>
                </a:solidFill>
              </a:rPr>
              <a:t>Sample 13: 4391</a:t>
            </a:r>
          </a:p>
          <a:p>
            <a:endParaRPr lang="en-US" dirty="0">
              <a:solidFill>
                <a:srgbClr val="000000"/>
              </a:solidFill>
            </a:endParaRPr>
          </a:p>
          <a:p>
            <a:r>
              <a:rPr lang="en-US" dirty="0">
                <a:solidFill>
                  <a:srgbClr val="000000"/>
                </a:solidFill>
              </a:rPr>
              <a:t>Sample 14: 5270</a:t>
            </a:r>
          </a:p>
          <a:p>
            <a:endParaRPr lang="en-US" dirty="0">
              <a:solidFill>
                <a:srgbClr val="000000"/>
              </a:solidFill>
            </a:endParaRPr>
          </a:p>
          <a:p>
            <a:r>
              <a:rPr lang="en-US" dirty="0">
                <a:solidFill>
                  <a:srgbClr val="000000"/>
                </a:solidFill>
              </a:rPr>
              <a:t>Sample 15: 3068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6E1871-2976-4BBE-BA5D-3EED54B003E3}"/>
              </a:ext>
            </a:extLst>
          </p:cNvPr>
          <p:cNvSpPr txBox="1"/>
          <p:nvPr/>
        </p:nvSpPr>
        <p:spPr>
          <a:xfrm>
            <a:off x="7621292" y="3428998"/>
            <a:ext cx="231547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Sample 16: 9017</a:t>
            </a:r>
          </a:p>
          <a:p>
            <a:endParaRPr lang="en-US" dirty="0">
              <a:solidFill>
                <a:srgbClr val="000000"/>
              </a:solidFill>
            </a:endParaRPr>
          </a:p>
          <a:p>
            <a:r>
              <a:rPr lang="en-US" dirty="0">
                <a:solidFill>
                  <a:srgbClr val="000000"/>
                </a:solidFill>
              </a:rPr>
              <a:t>Sample 17: 2790</a:t>
            </a:r>
          </a:p>
          <a:p>
            <a:endParaRPr lang="en-US" dirty="0">
              <a:solidFill>
                <a:srgbClr val="000000"/>
              </a:solidFill>
            </a:endParaRPr>
          </a:p>
          <a:p>
            <a:r>
              <a:rPr lang="en-US" dirty="0">
                <a:solidFill>
                  <a:srgbClr val="000000"/>
                </a:solidFill>
              </a:rPr>
              <a:t>Sample 18: 5604</a:t>
            </a:r>
          </a:p>
          <a:p>
            <a:endParaRPr lang="en-US" dirty="0">
              <a:solidFill>
                <a:srgbClr val="000000"/>
              </a:solidFill>
            </a:endParaRPr>
          </a:p>
          <a:p>
            <a:r>
              <a:rPr lang="en-US" dirty="0">
                <a:solidFill>
                  <a:srgbClr val="000000"/>
                </a:solidFill>
              </a:rPr>
              <a:t>Sample 19: 3322</a:t>
            </a:r>
          </a:p>
          <a:p>
            <a:endParaRPr lang="en-US" dirty="0">
              <a:solidFill>
                <a:srgbClr val="000000"/>
              </a:solidFill>
            </a:endParaRPr>
          </a:p>
          <a:p>
            <a:r>
              <a:rPr lang="en-US" dirty="0">
                <a:solidFill>
                  <a:srgbClr val="000000"/>
                </a:solidFill>
              </a:rPr>
              <a:t>Sample 20: 4130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4DBCD8-A7D9-A91F-7691-C53F098DEEE9}"/>
              </a:ext>
            </a:extLst>
          </p:cNvPr>
          <p:cNvSpPr txBox="1"/>
          <p:nvPr/>
        </p:nvSpPr>
        <p:spPr>
          <a:xfrm>
            <a:off x="585040" y="3175082"/>
            <a:ext cx="539562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Figure 4: Example of code used to make samples  (Source: </a:t>
            </a:r>
            <a:r>
              <a:rPr lang="en-US" sz="1050" dirty="0" err="1"/>
              <a:t>VSCode</a:t>
            </a:r>
            <a:r>
              <a:rPr lang="en-US" sz="1050" dirty="0"/>
              <a:t>, 2026).</a:t>
            </a:r>
          </a:p>
        </p:txBody>
      </p:sp>
    </p:spTree>
    <p:extLst>
      <p:ext uri="{BB962C8B-B14F-4D97-AF65-F5344CB8AC3E}">
        <p14:creationId xmlns:p14="http://schemas.microsoft.com/office/powerpoint/2010/main" val="18093245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EBC06108-3A63-C465-F424-1DF47A27BA53}"/>
              </a:ext>
            </a:extLst>
          </p:cNvPr>
          <p:cNvSpPr txBox="1">
            <a:spLocks/>
          </p:cNvSpPr>
          <p:nvPr/>
        </p:nvSpPr>
        <p:spPr>
          <a:xfrm>
            <a:off x="232845" y="1106671"/>
            <a:ext cx="10515600" cy="623753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50" b="0" kern="1200">
                <a:solidFill>
                  <a:schemeClr val="tx2"/>
                </a:solidFill>
                <a:latin typeface="+mj-lt"/>
                <a:ea typeface="Georgia" charset="0"/>
                <a:cs typeface="Georgia" charset="0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sz="3200" dirty="0"/>
              <a:t>Land Use Data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6A3A90-72C9-1C5B-DDA2-1471B2D9C9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845" y="1824094"/>
            <a:ext cx="7030659" cy="481148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6D71E8C-65E2-80E1-783E-D3D82FF033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600" y="2668881"/>
            <a:ext cx="4549555" cy="224863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93489A2-D93D-3692-7205-BC29DF1325A0}"/>
              </a:ext>
            </a:extLst>
          </p:cNvPr>
          <p:cNvSpPr txBox="1"/>
          <p:nvPr/>
        </p:nvSpPr>
        <p:spPr>
          <a:xfrm>
            <a:off x="232845" y="6596390"/>
            <a:ext cx="66602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Figure 5: Land use data example. Example from Corrales.  (Source: ArcGIS, 2026).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2BF3EA-D890-5D5D-80F0-47F4E1A505BC}"/>
              </a:ext>
            </a:extLst>
          </p:cNvPr>
          <p:cNvSpPr txBox="1"/>
          <p:nvPr/>
        </p:nvSpPr>
        <p:spPr>
          <a:xfrm>
            <a:off x="7409600" y="4917512"/>
            <a:ext cx="66602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Figure 6: Portion of table explaining land use code.  (Source: USGS).</a:t>
            </a:r>
          </a:p>
        </p:txBody>
      </p:sp>
    </p:spTree>
    <p:extLst>
      <p:ext uri="{BB962C8B-B14F-4D97-AF65-F5344CB8AC3E}">
        <p14:creationId xmlns:p14="http://schemas.microsoft.com/office/powerpoint/2010/main" val="1261483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A6813-FD8F-CA7C-4057-3304F5AD0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0F2F6706-8A0E-1684-96E6-420598BADDB3}"/>
              </a:ext>
            </a:extLst>
          </p:cNvPr>
          <p:cNvSpPr txBox="1">
            <a:spLocks/>
          </p:cNvSpPr>
          <p:nvPr/>
        </p:nvSpPr>
        <p:spPr>
          <a:xfrm>
            <a:off x="232845" y="1106671"/>
            <a:ext cx="10515600" cy="623753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50" b="0" kern="1200">
                <a:solidFill>
                  <a:schemeClr val="tx2"/>
                </a:solidFill>
                <a:latin typeface="+mj-lt"/>
                <a:ea typeface="Georgia" charset="0"/>
                <a:cs typeface="Georgia" charset="0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sz="3200" dirty="0"/>
              <a:t>Land Use Data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AE2EBD-2006-2650-545B-B3556C2588DB}"/>
              </a:ext>
            </a:extLst>
          </p:cNvPr>
          <p:cNvSpPr txBox="1"/>
          <p:nvPr/>
        </p:nvSpPr>
        <p:spPr>
          <a:xfrm>
            <a:off x="2551678" y="6596390"/>
            <a:ext cx="66602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Figure 7: Code used to introduce land use data.  (Source: </a:t>
            </a:r>
            <a:r>
              <a:rPr lang="en-US" sz="1050" dirty="0" err="1"/>
              <a:t>VSCode</a:t>
            </a:r>
            <a:r>
              <a:rPr lang="en-US" sz="1050" dirty="0"/>
              <a:t>, 2026).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3BD153-9D8E-1B40-02AF-B8107B98F6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1678" y="1641808"/>
            <a:ext cx="6258690" cy="4942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7380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7BD350E-84A7-1E1A-7632-232F0798BBDE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258009" y="1751425"/>
            <a:ext cx="5537310" cy="4056508"/>
          </a:xfrm>
        </p:spPr>
        <p:txBody>
          <a:bodyPr/>
          <a:lstStyle/>
          <a:p>
            <a:pPr marL="38100" indent="0">
              <a:buNone/>
            </a:pPr>
            <a:r>
              <a:rPr lang="en-US" sz="2000" b="1" u="sng" dirty="0">
                <a:solidFill>
                  <a:schemeClr val="tx1">
                    <a:lumMod val="50000"/>
                  </a:schemeClr>
                </a:solidFill>
              </a:rPr>
              <a:t>Ohkay Owingeh and Espanola:</a:t>
            </a:r>
          </a:p>
          <a:p>
            <a:pPr marL="38100" indent="0">
              <a:buNone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	</a:t>
            </a:r>
            <a:endParaRPr lang="en-US" sz="2400" b="1" u="sng" dirty="0">
              <a:solidFill>
                <a:schemeClr val="tx1">
                  <a:lumMod val="50000"/>
                </a:schemeClr>
              </a:solidFill>
            </a:endParaRPr>
          </a:p>
          <a:p>
            <a:pPr marL="38100" indent="0">
              <a:buNone/>
            </a:pPr>
            <a:endParaRPr lang="en-US" sz="2400" b="1" u="sng" dirty="0">
              <a:solidFill>
                <a:schemeClr val="tx1">
                  <a:lumMod val="50000"/>
                </a:schemeClr>
              </a:solidFill>
            </a:endParaRPr>
          </a:p>
          <a:p>
            <a:pPr marL="38100" indent="0">
              <a:buNone/>
            </a:pPr>
            <a:endParaRPr lang="en-US" sz="2400" b="1" u="sng" dirty="0">
              <a:solidFill>
                <a:schemeClr val="tx1">
                  <a:lumMod val="50000"/>
                </a:schemeClr>
              </a:solidFill>
            </a:endParaRPr>
          </a:p>
          <a:p>
            <a:pPr marL="38100" indent="0">
              <a:buNone/>
            </a:pPr>
            <a:endParaRPr lang="en-US" sz="2400" b="1" u="sng" dirty="0">
              <a:solidFill>
                <a:schemeClr val="tx1">
                  <a:lumMod val="50000"/>
                </a:schemeClr>
              </a:solidFill>
            </a:endParaRPr>
          </a:p>
          <a:p>
            <a:pPr marL="38100" indent="0">
              <a:buNone/>
            </a:pPr>
            <a:endParaRPr lang="en-US" sz="2400" b="1" u="sng" dirty="0">
              <a:solidFill>
                <a:schemeClr val="tx1">
                  <a:lumMod val="50000"/>
                </a:schemeClr>
              </a:solidFill>
            </a:endParaRPr>
          </a:p>
          <a:p>
            <a:pPr marL="38100" indent="0">
              <a:buNone/>
            </a:pPr>
            <a:endParaRPr lang="en-US" sz="2400" b="1" u="sng" dirty="0">
              <a:solidFill>
                <a:schemeClr val="tx1">
                  <a:lumMod val="50000"/>
                </a:schemeClr>
              </a:solidFill>
            </a:endParaRPr>
          </a:p>
          <a:p>
            <a:pPr marL="38100" indent="0">
              <a:buNone/>
            </a:pPr>
            <a:endParaRPr lang="en-US" sz="2400" b="1" u="sng" dirty="0">
              <a:solidFill>
                <a:schemeClr val="tx1">
                  <a:lumMod val="50000"/>
                </a:schemeClr>
              </a:solidFill>
            </a:endParaRPr>
          </a:p>
          <a:p>
            <a:pPr marL="38100" indent="0">
              <a:buNone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	</a:t>
            </a:r>
            <a:endParaRPr lang="en-US" sz="1800" b="1" u="sng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5AB057-B000-D06B-953C-73D3FA0D6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155" y="1069601"/>
            <a:ext cx="10515600" cy="868430"/>
          </a:xfrm>
        </p:spPr>
        <p:txBody>
          <a:bodyPr/>
          <a:lstStyle/>
          <a:p>
            <a:r>
              <a:rPr lang="en-US" sz="3200" dirty="0"/>
              <a:t>River Discharge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95FD85-8433-A090-978B-5C3AA3A3E91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997" y="2138086"/>
            <a:ext cx="5385392" cy="323710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E4FC51-869D-00D5-52BB-8E8C5A27E612}"/>
              </a:ext>
            </a:extLst>
          </p:cNvPr>
          <p:cNvSpPr txBox="1"/>
          <p:nvPr/>
        </p:nvSpPr>
        <p:spPr>
          <a:xfrm>
            <a:off x="6396683" y="1737976"/>
            <a:ext cx="60980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100" indent="0">
              <a:buNone/>
            </a:pPr>
            <a:r>
              <a:rPr lang="en-US" sz="2000" b="1" u="sng" dirty="0">
                <a:solidFill>
                  <a:schemeClr val="tx1">
                    <a:lumMod val="50000"/>
                  </a:schemeClr>
                </a:solidFill>
              </a:rPr>
              <a:t>Corrales, Rio Rancho and Albuquerque: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34E8A5D-1B75-2EE3-490A-85EF543150B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0753" y="2140045"/>
            <a:ext cx="5385392" cy="323514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44D203B-548C-D7FB-5487-5CD4333A817C}"/>
              </a:ext>
            </a:extLst>
          </p:cNvPr>
          <p:cNvSpPr txBox="1"/>
          <p:nvPr/>
        </p:nvSpPr>
        <p:spPr>
          <a:xfrm>
            <a:off x="153997" y="5375189"/>
            <a:ext cx="5221192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Figure 8: Graph of maximum flow rates in Ohkay Owingeh and Espanola region.  (Source: Excel, 2026).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E67850-94CC-D988-6181-C2AD7D9DC92F}"/>
              </a:ext>
            </a:extLst>
          </p:cNvPr>
          <p:cNvSpPr txBox="1"/>
          <p:nvPr/>
        </p:nvSpPr>
        <p:spPr>
          <a:xfrm>
            <a:off x="6140753" y="5392434"/>
            <a:ext cx="438664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Figure 9: Graph of maximum flow rates in Albuquerque region.  (Source: Excel, 2026).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0CA627-57A3-D99A-2268-B2C38EB434A6}"/>
              </a:ext>
            </a:extLst>
          </p:cNvPr>
          <p:cNvSpPr txBox="1"/>
          <p:nvPr/>
        </p:nvSpPr>
        <p:spPr>
          <a:xfrm>
            <a:off x="653369" y="5902419"/>
            <a:ext cx="4386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Max Flow Rate = 8970 </a:t>
            </a:r>
            <a:r>
              <a:rPr lang="en-US" dirty="0" err="1">
                <a:solidFill>
                  <a:srgbClr val="000000"/>
                </a:solidFill>
              </a:rPr>
              <a:t>cfs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9B5909-3162-5A02-3182-3623DD1178D7}"/>
              </a:ext>
            </a:extLst>
          </p:cNvPr>
          <p:cNvSpPr txBox="1"/>
          <p:nvPr/>
        </p:nvSpPr>
        <p:spPr>
          <a:xfrm>
            <a:off x="6640125" y="5892803"/>
            <a:ext cx="4386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Max Flow Rate = 6610 </a:t>
            </a:r>
            <a:r>
              <a:rPr lang="en-US" dirty="0" err="1">
                <a:solidFill>
                  <a:srgbClr val="000000"/>
                </a:solidFill>
              </a:rPr>
              <a:t>cfs</a:t>
            </a: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60260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805CE-40FB-2394-9FFC-4E6360452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F4898D4-45C7-94F9-6154-B01332580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118" y="1081958"/>
            <a:ext cx="10515600" cy="868430"/>
          </a:xfrm>
        </p:spPr>
        <p:txBody>
          <a:bodyPr/>
          <a:lstStyle/>
          <a:p>
            <a:r>
              <a:rPr lang="en-US" sz="3200" dirty="0"/>
              <a:t>Precipitation Data</a:t>
            </a:r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0BD4F37D-4BE3-42A5-966F-DAA0E8F5EF95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258009" y="1751425"/>
            <a:ext cx="5537310" cy="4056508"/>
          </a:xfrm>
        </p:spPr>
        <p:txBody>
          <a:bodyPr/>
          <a:lstStyle/>
          <a:p>
            <a:pPr marL="38100" indent="0">
              <a:buNone/>
            </a:pPr>
            <a:r>
              <a:rPr lang="en-US" sz="2000" b="1" u="sng" dirty="0">
                <a:solidFill>
                  <a:schemeClr val="tx1">
                    <a:lumMod val="50000"/>
                  </a:schemeClr>
                </a:solidFill>
              </a:rPr>
              <a:t>Ohkay Owingeh and Espanola:</a:t>
            </a:r>
          </a:p>
          <a:p>
            <a:pPr marL="38100" indent="0">
              <a:buNone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	</a:t>
            </a:r>
            <a:endParaRPr lang="en-US" sz="2400" b="1" u="sng" dirty="0">
              <a:solidFill>
                <a:schemeClr val="tx1">
                  <a:lumMod val="50000"/>
                </a:schemeClr>
              </a:solidFill>
            </a:endParaRPr>
          </a:p>
          <a:p>
            <a:pPr marL="38100" indent="0">
              <a:buNone/>
            </a:pPr>
            <a:endParaRPr lang="en-US" sz="2400" b="1" u="sng" dirty="0">
              <a:solidFill>
                <a:schemeClr val="tx1">
                  <a:lumMod val="50000"/>
                </a:schemeClr>
              </a:solidFill>
            </a:endParaRPr>
          </a:p>
          <a:p>
            <a:pPr marL="38100" indent="0">
              <a:buNone/>
            </a:pPr>
            <a:endParaRPr lang="en-US" sz="2400" b="1" u="sng" dirty="0">
              <a:solidFill>
                <a:schemeClr val="tx1">
                  <a:lumMod val="50000"/>
                </a:schemeClr>
              </a:solidFill>
            </a:endParaRPr>
          </a:p>
          <a:p>
            <a:pPr marL="38100" indent="0">
              <a:buNone/>
            </a:pPr>
            <a:endParaRPr lang="en-US" sz="2400" b="1" u="sng" dirty="0">
              <a:solidFill>
                <a:schemeClr val="tx1">
                  <a:lumMod val="50000"/>
                </a:schemeClr>
              </a:solidFill>
            </a:endParaRPr>
          </a:p>
          <a:p>
            <a:pPr marL="38100" indent="0">
              <a:buNone/>
            </a:pPr>
            <a:endParaRPr lang="en-US" sz="2400" b="1" u="sng" dirty="0">
              <a:solidFill>
                <a:schemeClr val="tx1">
                  <a:lumMod val="50000"/>
                </a:schemeClr>
              </a:solidFill>
            </a:endParaRPr>
          </a:p>
          <a:p>
            <a:pPr marL="38100" indent="0">
              <a:buNone/>
            </a:pPr>
            <a:endParaRPr lang="en-US" sz="2400" b="1" u="sng" dirty="0">
              <a:solidFill>
                <a:schemeClr val="tx1">
                  <a:lumMod val="50000"/>
                </a:schemeClr>
              </a:solidFill>
            </a:endParaRPr>
          </a:p>
          <a:p>
            <a:pPr marL="38100" indent="0">
              <a:buNone/>
            </a:pPr>
            <a:endParaRPr lang="en-US" sz="2400" b="1" u="sng" dirty="0">
              <a:solidFill>
                <a:schemeClr val="tx1">
                  <a:lumMod val="50000"/>
                </a:schemeClr>
              </a:solidFill>
            </a:endParaRPr>
          </a:p>
          <a:p>
            <a:pPr marL="38100" indent="0">
              <a:buNone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	</a:t>
            </a:r>
            <a:endParaRPr lang="en-US" sz="1800" b="1" u="sn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BC9658-9086-D0E3-9D1F-06F24191CE53}"/>
              </a:ext>
            </a:extLst>
          </p:cNvPr>
          <p:cNvSpPr txBox="1"/>
          <p:nvPr/>
        </p:nvSpPr>
        <p:spPr>
          <a:xfrm>
            <a:off x="5866824" y="1750333"/>
            <a:ext cx="60980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100" indent="0">
              <a:buNone/>
            </a:pPr>
            <a:r>
              <a:rPr lang="en-US" sz="2000" b="1" u="sng" dirty="0">
                <a:solidFill>
                  <a:schemeClr val="tx1">
                    <a:lumMod val="50000"/>
                  </a:schemeClr>
                </a:solidFill>
              </a:rPr>
              <a:t>Corrales, Rio Rancho, and Albuquerque: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CFDE943-85E8-1E61-7448-35DFADB9DBE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50" y="2150443"/>
            <a:ext cx="5235291" cy="31449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A8D3249-C5B5-8946-CF26-57439F64F62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6824" y="2150442"/>
            <a:ext cx="5235291" cy="314497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B9E807A-E8D7-0E96-BE5C-9607E1747865}"/>
              </a:ext>
            </a:extLst>
          </p:cNvPr>
          <p:cNvSpPr txBox="1"/>
          <p:nvPr/>
        </p:nvSpPr>
        <p:spPr>
          <a:xfrm>
            <a:off x="87650" y="5320388"/>
            <a:ext cx="5221192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Figure 10: Graph of maximum precipitation in Ohkay Owingeh and Espanola region.  (Source: Excel, 2026).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B8C8FB-5CE4-C200-FD4A-321843E25712}"/>
              </a:ext>
            </a:extLst>
          </p:cNvPr>
          <p:cNvSpPr txBox="1"/>
          <p:nvPr/>
        </p:nvSpPr>
        <p:spPr>
          <a:xfrm>
            <a:off x="5866824" y="5333002"/>
            <a:ext cx="461582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Figure 11: Graph of maximum precipitation in Albuquerque region.  (Source: Excel, 2026).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CA6A34B-3CF2-EE4A-DE13-B3FC3C69B383}"/>
              </a:ext>
            </a:extLst>
          </p:cNvPr>
          <p:cNvSpPr txBox="1"/>
          <p:nvPr/>
        </p:nvSpPr>
        <p:spPr>
          <a:xfrm>
            <a:off x="653369" y="5902419"/>
            <a:ext cx="4386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Max Precipitation = 2.43 in.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142650C-4980-9CAA-920B-319F068BC25D}"/>
              </a:ext>
            </a:extLst>
          </p:cNvPr>
          <p:cNvSpPr txBox="1"/>
          <p:nvPr/>
        </p:nvSpPr>
        <p:spPr>
          <a:xfrm>
            <a:off x="6096000" y="5902419"/>
            <a:ext cx="4386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Max Precipitation = 2.19 in.</a:t>
            </a:r>
          </a:p>
        </p:txBody>
      </p:sp>
    </p:spTree>
    <p:extLst>
      <p:ext uri="{BB962C8B-B14F-4D97-AF65-F5344CB8AC3E}">
        <p14:creationId xmlns:p14="http://schemas.microsoft.com/office/powerpoint/2010/main" val="7105114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709F76F-B47C-ADFF-2378-9AD974CEBF96}"/>
              </a:ext>
            </a:extLst>
          </p:cNvPr>
          <p:cNvSpPr txBox="1"/>
          <p:nvPr/>
        </p:nvSpPr>
        <p:spPr>
          <a:xfrm>
            <a:off x="784026" y="6627847"/>
            <a:ext cx="640629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tx1">
                    <a:lumMod val="50000"/>
                  </a:schemeClr>
                </a:solidFill>
              </a:rPr>
              <a:t>Figure 12: Code used to implement flood risk data (Source: </a:t>
            </a:r>
            <a:r>
              <a:rPr lang="en-US" sz="1050" dirty="0" err="1">
                <a:solidFill>
                  <a:schemeClr val="tx1">
                    <a:lumMod val="50000"/>
                  </a:schemeClr>
                </a:solidFill>
              </a:rPr>
              <a:t>VSCode</a:t>
            </a:r>
            <a:r>
              <a:rPr lang="en-US" sz="1050" dirty="0">
                <a:solidFill>
                  <a:schemeClr val="tx1">
                    <a:lumMod val="50000"/>
                  </a:schemeClr>
                </a:solidFill>
              </a:rPr>
              <a:t>, 2026).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BC6223A-1464-ACA6-3E03-854FE9517A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026" y="1639782"/>
            <a:ext cx="9793358" cy="5000422"/>
          </a:xfrm>
          <a:prstGeom prst="rect">
            <a:avLst/>
          </a:prstGeom>
        </p:spPr>
      </p:pic>
      <p:sp>
        <p:nvSpPr>
          <p:cNvPr id="5" name="Title 2">
            <a:extLst>
              <a:ext uri="{FF2B5EF4-FFF2-40B4-BE49-F238E27FC236}">
                <a16:creationId xmlns:a16="http://schemas.microsoft.com/office/drawing/2014/main" id="{45EF4DDF-E123-4509-5EE4-CB80CB115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118" y="1081958"/>
            <a:ext cx="10515600" cy="868430"/>
          </a:xfrm>
        </p:spPr>
        <p:txBody>
          <a:bodyPr/>
          <a:lstStyle/>
          <a:p>
            <a:r>
              <a:rPr lang="en-US" sz="3200" dirty="0"/>
              <a:t>Flood Risk Data</a:t>
            </a:r>
          </a:p>
        </p:txBody>
      </p:sp>
    </p:spTree>
    <p:extLst>
      <p:ext uri="{BB962C8B-B14F-4D97-AF65-F5344CB8AC3E}">
        <p14:creationId xmlns:p14="http://schemas.microsoft.com/office/powerpoint/2010/main" val="3775840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54DBFF14-66A0-6943-3B40-0BE91AC96B12}"/>
              </a:ext>
            </a:extLst>
          </p:cNvPr>
          <p:cNvSpPr txBox="1">
            <a:spLocks/>
          </p:cNvSpPr>
          <p:nvPr/>
        </p:nvSpPr>
        <p:spPr>
          <a:xfrm>
            <a:off x="146798" y="1032531"/>
            <a:ext cx="10515600" cy="868430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50" b="0" kern="1200">
                <a:solidFill>
                  <a:schemeClr val="tx2"/>
                </a:solidFill>
                <a:latin typeface="+mj-lt"/>
                <a:ea typeface="Georgia" charset="0"/>
                <a:cs typeface="Georgia" charset="0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sz="3200" dirty="0"/>
              <a:t>Training/Testing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7C620D-1E56-9742-983B-DC94C0B14882}"/>
              </a:ext>
            </a:extLst>
          </p:cNvPr>
          <p:cNvSpPr txBox="1"/>
          <p:nvPr/>
        </p:nvSpPr>
        <p:spPr>
          <a:xfrm>
            <a:off x="295779" y="6361873"/>
            <a:ext cx="640629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tx1">
                    <a:lumMod val="50000"/>
                  </a:schemeClr>
                </a:solidFill>
              </a:rPr>
              <a:t>Figure 13: Code used to train and test the data (Source: </a:t>
            </a:r>
            <a:r>
              <a:rPr lang="en-US" sz="1050" dirty="0" err="1">
                <a:solidFill>
                  <a:schemeClr val="tx1">
                    <a:lumMod val="50000"/>
                  </a:schemeClr>
                </a:solidFill>
              </a:rPr>
              <a:t>VSCode</a:t>
            </a:r>
            <a:r>
              <a:rPr lang="en-US" sz="1050" dirty="0">
                <a:solidFill>
                  <a:schemeClr val="tx1">
                    <a:lumMod val="50000"/>
                  </a:schemeClr>
                </a:solidFill>
              </a:rPr>
              <a:t>, 2026).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C026F1-A1B0-1FAA-48DF-D23D2BB1FF48}"/>
              </a:ext>
            </a:extLst>
          </p:cNvPr>
          <p:cNvSpPr txBox="1"/>
          <p:nvPr/>
        </p:nvSpPr>
        <p:spPr>
          <a:xfrm>
            <a:off x="7169693" y="1711004"/>
            <a:ext cx="364168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60/40:</a:t>
            </a:r>
          </a:p>
          <a:p>
            <a:endParaRPr lang="en-US" dirty="0">
              <a:solidFill>
                <a:srgbClr val="000000"/>
              </a:solidFill>
            </a:endParaRPr>
          </a:p>
          <a:p>
            <a:r>
              <a:rPr lang="en-US" dirty="0">
                <a:solidFill>
                  <a:srgbClr val="000000"/>
                </a:solidFill>
              </a:rPr>
              <a:t>Testing Accuracy= 0.81</a:t>
            </a:r>
          </a:p>
          <a:p>
            <a:endParaRPr lang="en-US" dirty="0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70/30:</a:t>
            </a:r>
          </a:p>
          <a:p>
            <a:endParaRPr lang="en-US" dirty="0">
              <a:solidFill>
                <a:srgbClr val="000000"/>
              </a:solidFill>
            </a:endParaRPr>
          </a:p>
          <a:p>
            <a:r>
              <a:rPr lang="en-US" dirty="0">
                <a:solidFill>
                  <a:srgbClr val="000000"/>
                </a:solidFill>
              </a:rPr>
              <a:t>Testing Accuracy= 0.79</a:t>
            </a:r>
          </a:p>
          <a:p>
            <a:endParaRPr lang="en-US" dirty="0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80/20:</a:t>
            </a:r>
          </a:p>
          <a:p>
            <a:endParaRPr lang="en-US" dirty="0">
              <a:solidFill>
                <a:srgbClr val="000000"/>
              </a:solidFill>
            </a:endParaRPr>
          </a:p>
          <a:p>
            <a:r>
              <a:rPr lang="en-US" dirty="0">
                <a:solidFill>
                  <a:srgbClr val="000000"/>
                </a:solidFill>
              </a:rPr>
              <a:t>Testing Accuracy= 0.83</a:t>
            </a:r>
          </a:p>
          <a:p>
            <a:endParaRPr lang="en-US" dirty="0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90/10:</a:t>
            </a:r>
          </a:p>
          <a:p>
            <a:endParaRPr lang="en-US" dirty="0">
              <a:solidFill>
                <a:srgbClr val="000000"/>
              </a:solidFill>
            </a:endParaRPr>
          </a:p>
          <a:p>
            <a:r>
              <a:rPr lang="en-US" dirty="0">
                <a:solidFill>
                  <a:srgbClr val="000000"/>
                </a:solidFill>
              </a:rPr>
              <a:t>Testing Accuracy= 0.76</a:t>
            </a:r>
          </a:p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22E04BE-1724-DB3A-CB7C-4A02F6B283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779" y="1584451"/>
            <a:ext cx="6138081" cy="4777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3706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69D0C-5DF4-9EEC-080A-C1DBB4598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332A7F73-4473-B70E-67DD-96E80B2FA012}"/>
              </a:ext>
            </a:extLst>
          </p:cNvPr>
          <p:cNvSpPr txBox="1">
            <a:spLocks/>
          </p:cNvSpPr>
          <p:nvPr/>
        </p:nvSpPr>
        <p:spPr>
          <a:xfrm>
            <a:off x="146798" y="1032531"/>
            <a:ext cx="10515600" cy="868430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50" b="0" kern="1200">
                <a:solidFill>
                  <a:schemeClr val="tx2"/>
                </a:solidFill>
                <a:latin typeface="+mj-lt"/>
                <a:ea typeface="Georgia" charset="0"/>
                <a:cs typeface="Georgia" charset="0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sz="3200" dirty="0"/>
              <a:t>Evaluation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1F69BE-2262-B0F4-34B5-C6F4D452EF0C}"/>
              </a:ext>
            </a:extLst>
          </p:cNvPr>
          <p:cNvSpPr txBox="1"/>
          <p:nvPr/>
        </p:nvSpPr>
        <p:spPr>
          <a:xfrm>
            <a:off x="2868679" y="6604084"/>
            <a:ext cx="640629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tx1">
                    <a:lumMod val="50000"/>
                  </a:schemeClr>
                </a:solidFill>
              </a:rPr>
              <a:t>Figure 14: Confusion matrix for dataset (Source: </a:t>
            </a:r>
            <a:r>
              <a:rPr lang="en-US" sz="1050" dirty="0" err="1">
                <a:solidFill>
                  <a:schemeClr val="tx1">
                    <a:lumMod val="50000"/>
                  </a:schemeClr>
                </a:solidFill>
              </a:rPr>
              <a:t>VSCode</a:t>
            </a:r>
            <a:r>
              <a:rPr lang="en-US" sz="1050" dirty="0">
                <a:solidFill>
                  <a:schemeClr val="tx1">
                    <a:lumMod val="50000"/>
                  </a:schemeClr>
                </a:solidFill>
              </a:rPr>
              <a:t>, 2026).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C2FA6E-D476-7482-948C-77D5A07450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7028" y="1490922"/>
            <a:ext cx="5893340" cy="511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119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704B091F-1DC0-92EF-2E20-88A7E674B986}"/>
              </a:ext>
            </a:extLst>
          </p:cNvPr>
          <p:cNvSpPr txBox="1">
            <a:spLocks/>
          </p:cNvSpPr>
          <p:nvPr/>
        </p:nvSpPr>
        <p:spPr>
          <a:xfrm>
            <a:off x="146798" y="1032531"/>
            <a:ext cx="10515600" cy="868430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50" b="0" kern="1200">
                <a:solidFill>
                  <a:schemeClr val="tx2"/>
                </a:solidFill>
                <a:latin typeface="+mj-lt"/>
                <a:ea typeface="Georgia" charset="0"/>
                <a:cs typeface="Georgia" charset="0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sz="3200" dirty="0"/>
              <a:t>Discussion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067F0C-F5FE-D451-D47E-0BA9E11138B3}"/>
              </a:ext>
            </a:extLst>
          </p:cNvPr>
          <p:cNvSpPr txBox="1"/>
          <p:nvPr/>
        </p:nvSpPr>
        <p:spPr>
          <a:xfrm>
            <a:off x="247135" y="1900960"/>
            <a:ext cx="888450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Based on testing accuracy the model performed well.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However, based on the confusion matrix there are difficulties when predicting two out of the four risk groups.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To improve the model more samples could be taken into consideration.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Also, other study areas could be considered to improve the model.</a:t>
            </a:r>
          </a:p>
        </p:txBody>
      </p:sp>
    </p:spTree>
    <p:extLst>
      <p:ext uri="{BB962C8B-B14F-4D97-AF65-F5344CB8AC3E}">
        <p14:creationId xmlns:p14="http://schemas.microsoft.com/office/powerpoint/2010/main" val="18034960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8EBC595-4C85-3483-B63F-1A092A8F295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002066" y="2560638"/>
            <a:ext cx="4187868" cy="868362"/>
          </a:xfrm>
        </p:spPr>
        <p:txBody>
          <a:bodyPr>
            <a:normAutofit fontScale="90000"/>
          </a:bodyPr>
          <a:lstStyle/>
          <a:p>
            <a:r>
              <a:rPr lang="en-US" sz="6000" b="1" dirty="0"/>
              <a:t>Thank you! 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57E34BBC-8D41-C856-1AC1-538D2A52210B}"/>
              </a:ext>
            </a:extLst>
          </p:cNvPr>
          <p:cNvSpPr txBox="1">
            <a:spLocks/>
          </p:cNvSpPr>
          <p:nvPr/>
        </p:nvSpPr>
        <p:spPr>
          <a:xfrm>
            <a:off x="4109581" y="4090901"/>
            <a:ext cx="3972838" cy="86836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 fontScale="25000" lnSpcReduction="200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50" b="0" kern="1200">
                <a:solidFill>
                  <a:schemeClr val="tx2"/>
                </a:solidFill>
                <a:latin typeface="+mj-lt"/>
                <a:ea typeface="Georgia" charset="0"/>
                <a:cs typeface="Georgia" charset="0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sz="21600" b="1" dirty="0"/>
              <a:t>Questions?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50557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D05C3-44D3-EDE7-5877-5742A0B57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Resources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11D99A-58FD-A1AD-1A28-340B5F640553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218303" y="2185166"/>
            <a:ext cx="11406769" cy="4054996"/>
          </a:xfrm>
        </p:spPr>
        <p:txBody>
          <a:bodyPr/>
          <a:lstStyle/>
          <a:p>
            <a:r>
              <a:rPr lang="en-US" dirty="0">
                <a:solidFill>
                  <a:srgbClr val="000000"/>
                </a:solidFill>
              </a:rPr>
              <a:t>‌United States Census Bureau. (2023). </a:t>
            </a:r>
            <a:r>
              <a:rPr lang="en-US" i="1" dirty="0">
                <a:solidFill>
                  <a:srgbClr val="000000"/>
                </a:solidFill>
              </a:rPr>
              <a:t>Explore Census Data</a:t>
            </a:r>
            <a:r>
              <a:rPr lang="en-US" dirty="0">
                <a:solidFill>
                  <a:srgbClr val="000000"/>
                </a:solidFill>
              </a:rPr>
              <a:t>. United States Census Bureau. </a:t>
            </a:r>
            <a:r>
              <a:rPr lang="en-US" dirty="0">
                <a:hlinkClick r:id="rId2"/>
              </a:rPr>
              <a:t>https://data.census.gov/</a:t>
            </a:r>
            <a:r>
              <a:rPr lang="en-US" dirty="0"/>
              <a:t> </a:t>
            </a:r>
          </a:p>
          <a:p>
            <a:r>
              <a:rPr lang="en-US" dirty="0">
                <a:solidFill>
                  <a:srgbClr val="000000"/>
                </a:solidFill>
              </a:rPr>
              <a:t>‌</a:t>
            </a:r>
            <a:r>
              <a:rPr lang="en-US" i="1" dirty="0">
                <a:solidFill>
                  <a:srgbClr val="000000"/>
                </a:solidFill>
              </a:rPr>
              <a:t>ArcGIS Web Application</a:t>
            </a:r>
            <a:r>
              <a:rPr lang="en-US" dirty="0">
                <a:solidFill>
                  <a:srgbClr val="000000"/>
                </a:solidFill>
              </a:rPr>
              <a:t>. (n.d.). Hazards-Fema.maps.arcgis.com. </a:t>
            </a:r>
            <a:r>
              <a:rPr lang="en-US" dirty="0">
                <a:hlinkClick r:id="rId3"/>
              </a:rPr>
              <a:t>https://hazards-fema.maps.arcgis.com/apps/webappviewer/index.html?id=8b0adb51996444d4879338b5529aa9cd</a:t>
            </a:r>
            <a:r>
              <a:rPr lang="en-US" dirty="0"/>
              <a:t> </a:t>
            </a:r>
          </a:p>
          <a:p>
            <a:r>
              <a:rPr lang="en-US" dirty="0">
                <a:solidFill>
                  <a:srgbClr val="000000"/>
                </a:solidFill>
              </a:rPr>
              <a:t>‌</a:t>
            </a:r>
            <a:r>
              <a:rPr lang="en-US" i="1" dirty="0">
                <a:solidFill>
                  <a:srgbClr val="000000"/>
                </a:solidFill>
              </a:rPr>
              <a:t>USGS | National Water Dashboard</a:t>
            </a:r>
            <a:r>
              <a:rPr lang="en-US" dirty="0">
                <a:solidFill>
                  <a:srgbClr val="000000"/>
                </a:solidFill>
              </a:rPr>
              <a:t>. (n.d.). Dashboard.waterdata.usgs.gov. </a:t>
            </a:r>
            <a:r>
              <a:rPr lang="en-US" dirty="0">
                <a:hlinkClick r:id="rId4"/>
              </a:rPr>
              <a:t>https://dashboard.waterdata.usgs.gov/app/nwd/en/</a:t>
            </a:r>
            <a:r>
              <a:rPr lang="en-US" dirty="0"/>
              <a:t> </a:t>
            </a:r>
          </a:p>
          <a:p>
            <a:r>
              <a:rPr lang="en-US" dirty="0">
                <a:solidFill>
                  <a:srgbClr val="000000"/>
                </a:solidFill>
              </a:rPr>
              <a:t>Google Earth. (2025). </a:t>
            </a:r>
            <a:r>
              <a:rPr lang="en-US" i="1" dirty="0">
                <a:solidFill>
                  <a:srgbClr val="000000"/>
                </a:solidFill>
              </a:rPr>
              <a:t>Google Earth</a:t>
            </a:r>
            <a:r>
              <a:rPr lang="en-US" dirty="0">
                <a:solidFill>
                  <a:srgbClr val="000000"/>
                </a:solidFill>
              </a:rPr>
              <a:t>. Google.com; Google. 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  <a:hlinkClick r:id="rId5"/>
              </a:rPr>
              <a:t>https://earth.google.com/web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 </a:t>
            </a:r>
          </a:p>
          <a:p>
            <a:r>
              <a:rPr lang="en-US" i="1" dirty="0">
                <a:solidFill>
                  <a:srgbClr val="000000"/>
                </a:solidFill>
              </a:rPr>
              <a:t>Browse </a:t>
            </a:r>
            <a:r>
              <a:rPr lang="en-US" i="1" dirty="0" err="1">
                <a:solidFill>
                  <a:srgbClr val="000000"/>
                </a:solidFill>
              </a:rPr>
              <a:t>rgis</a:t>
            </a:r>
            <a:r>
              <a:rPr lang="en-US" i="1" dirty="0">
                <a:solidFill>
                  <a:srgbClr val="000000"/>
                </a:solidFill>
              </a:rPr>
              <a:t> data</a:t>
            </a:r>
            <a:r>
              <a:rPr lang="en-US" dirty="0">
                <a:solidFill>
                  <a:srgbClr val="000000"/>
                </a:solidFill>
              </a:rPr>
              <a:t>. (n.d.). Rgis.unm.edu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. 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  <a:hlinkClick r:id="rId6"/>
              </a:rPr>
              <a:t>https://rgis.unm.edu/rgis6/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 </a:t>
            </a:r>
          </a:p>
          <a:p>
            <a:r>
              <a:rPr lang="en-US" dirty="0">
                <a:solidFill>
                  <a:srgbClr val="000000"/>
                </a:solidFill>
              </a:rPr>
              <a:t>‌</a:t>
            </a:r>
            <a:r>
              <a:rPr lang="en-US" i="1" dirty="0">
                <a:solidFill>
                  <a:srgbClr val="000000"/>
                </a:solidFill>
              </a:rPr>
              <a:t>Past Weather | National Centers for Environmental Information (NCEI)</a:t>
            </a:r>
            <a:r>
              <a:rPr lang="en-US" dirty="0">
                <a:solidFill>
                  <a:srgbClr val="000000"/>
                </a:solidFill>
              </a:rPr>
              <a:t>. (n.d.). Www.ncei.noaa.gov. 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  <a:hlinkClick r:id="rId7"/>
              </a:rPr>
              <a:t>https://www.ncei.noaa.gov/access/past-weather/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 </a:t>
            </a:r>
          </a:p>
          <a:p>
            <a:r>
              <a:rPr lang="en-US" dirty="0">
                <a:solidFill>
                  <a:srgbClr val="000000"/>
                </a:solidFill>
              </a:rPr>
              <a:t>‌</a:t>
            </a:r>
            <a:r>
              <a:rPr lang="en-US" i="1" dirty="0">
                <a:solidFill>
                  <a:srgbClr val="000000"/>
                </a:solidFill>
              </a:rPr>
              <a:t>Map Viewer</a:t>
            </a:r>
            <a:r>
              <a:rPr lang="en-US" dirty="0">
                <a:solidFill>
                  <a:srgbClr val="000000"/>
                </a:solidFill>
              </a:rPr>
              <a:t>. (2026). Arcgis.com. </a:t>
            </a:r>
            <a:r>
              <a:rPr lang="en-US" dirty="0">
                <a:hlinkClick r:id="rId8"/>
              </a:rPr>
              <a:t>https://suny-buffalo.maps.arcgis.com/apps/mapviewer/index.html?webmap=ef14548f0aea4a70908d02229a9b149b</a:t>
            </a:r>
            <a:r>
              <a:rPr lang="en-US" dirty="0"/>
              <a:t>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chemeClr val="tx1">
                  <a:lumMod val="50000"/>
                </a:schemeClr>
              </a:solidFill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381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804758"/>
      </p:ext>
    </p:extLst>
  </p:cSld>
  <p:clrMapOvr>
    <a:masterClrMapping/>
  </p:clrMapOvr>
</p:sld>
</file>

<file path=ppt/theme/theme1.xml><?xml version="1.0" encoding="utf-8"?>
<a:theme xmlns:a="http://schemas.openxmlformats.org/drawingml/2006/main" name="UB Powerpoint Template">
  <a:themeElements>
    <a:clrScheme name="Custom 2">
      <a:dk1>
        <a:srgbClr val="666666"/>
      </a:dk1>
      <a:lt1>
        <a:srgbClr val="FFFFFF"/>
      </a:lt1>
      <a:dk2>
        <a:srgbClr val="005BBB"/>
      </a:dk2>
      <a:lt2>
        <a:srgbClr val="FFFFFF"/>
      </a:lt2>
      <a:accent1>
        <a:srgbClr val="005BBB"/>
      </a:accent1>
      <a:accent2>
        <a:srgbClr val="41B6E6"/>
      </a:accent2>
      <a:accent3>
        <a:srgbClr val="E56D54"/>
      </a:accent3>
      <a:accent4>
        <a:srgbClr val="666666"/>
      </a:accent4>
      <a:accent5>
        <a:srgbClr val="007681"/>
      </a:accent5>
      <a:accent6>
        <a:srgbClr val="003E51"/>
      </a:accent6>
      <a:hlink>
        <a:srgbClr val="186BB7"/>
      </a:hlink>
      <a:folHlink>
        <a:srgbClr val="D86A4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_Template_WIDE" id="{320877F5-9057-5044-9670-55C377C33490}" vid="{043CC7DF-15AC-0F49-A0D1-304573C219B6}"/>
    </a:ext>
  </a:extLst>
</a:theme>
</file>

<file path=ppt/theme/theme2.xml><?xml version="1.0" encoding="utf-8"?>
<a:theme xmlns:a="http://schemas.openxmlformats.org/drawingml/2006/main" name="1_UB Powerpoint Template">
  <a:themeElements>
    <a:clrScheme name="Custom 2">
      <a:dk1>
        <a:srgbClr val="666666"/>
      </a:dk1>
      <a:lt1>
        <a:srgbClr val="FFFFFF"/>
      </a:lt1>
      <a:dk2>
        <a:srgbClr val="005BBB"/>
      </a:dk2>
      <a:lt2>
        <a:srgbClr val="FFFFFF"/>
      </a:lt2>
      <a:accent1>
        <a:srgbClr val="005BBB"/>
      </a:accent1>
      <a:accent2>
        <a:srgbClr val="41B6E6"/>
      </a:accent2>
      <a:accent3>
        <a:srgbClr val="E56D54"/>
      </a:accent3>
      <a:accent4>
        <a:srgbClr val="666666"/>
      </a:accent4>
      <a:accent5>
        <a:srgbClr val="007681"/>
      </a:accent5>
      <a:accent6>
        <a:srgbClr val="003E51"/>
      </a:accent6>
      <a:hlink>
        <a:srgbClr val="186BB7"/>
      </a:hlink>
      <a:folHlink>
        <a:srgbClr val="D86A4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_Template_WIDE" id="{320877F5-9057-5044-9670-55C377C33490}" vid="{043CC7DF-15AC-0F49-A0D1-304573C219B6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96464a8a-f8ed-40b1-99e2-5f6b50a20250}" enabled="0" method="" siteId="{96464a8a-f8ed-40b1-99e2-5f6b50a2025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2187</TotalTime>
  <Words>1018</Words>
  <Application>Microsoft Office PowerPoint</Application>
  <PresentationFormat>Widescreen</PresentationFormat>
  <Paragraphs>215</Paragraphs>
  <Slides>17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Georgia</vt:lpstr>
      <vt:lpstr>LucidaGrande</vt:lpstr>
      <vt:lpstr>Times New Roman</vt:lpstr>
      <vt:lpstr>UB Powerpoint Template</vt:lpstr>
      <vt:lpstr>1_UB Powerpoint Template</vt:lpstr>
      <vt:lpstr>Impact of Urbanization on Flooding Maxwell Moshier May 4, 2026</vt:lpstr>
      <vt:lpstr>Motivation</vt:lpstr>
      <vt:lpstr>Methodology</vt:lpstr>
      <vt:lpstr>PowerPoint Presentation</vt:lpstr>
      <vt:lpstr>PowerPoint Presentation</vt:lpstr>
      <vt:lpstr>Population Data </vt:lpstr>
      <vt:lpstr>Population Data </vt:lpstr>
      <vt:lpstr>PowerPoint Presentation</vt:lpstr>
      <vt:lpstr>PowerPoint Presentation</vt:lpstr>
      <vt:lpstr>River Discharge</vt:lpstr>
      <vt:lpstr>Precipitation Data</vt:lpstr>
      <vt:lpstr>Flood Risk Data</vt:lpstr>
      <vt:lpstr>PowerPoint Presentation</vt:lpstr>
      <vt:lpstr>PowerPoint Presentation</vt:lpstr>
      <vt:lpstr>PowerPoint Presentation</vt:lpstr>
      <vt:lpstr>Thank you!   </vt:lpstr>
      <vt:lpstr>Resources</vt:lpstr>
    </vt:vector>
  </TitlesOfParts>
  <Company>University at Buffalo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Scheduling (cont)</dc:title>
  <dc:creator>Kaminski, Darrell</dc:creator>
  <cp:lastModifiedBy>Maxwell Moshier</cp:lastModifiedBy>
  <cp:revision>3</cp:revision>
  <cp:lastPrinted>2024-12-06T15:14:08Z</cp:lastPrinted>
  <dcterms:created xsi:type="dcterms:W3CDTF">2016-10-10T01:25:18Z</dcterms:created>
  <dcterms:modified xsi:type="dcterms:W3CDTF">2026-05-04T16:35:49Z</dcterms:modified>
</cp:coreProperties>
</file>